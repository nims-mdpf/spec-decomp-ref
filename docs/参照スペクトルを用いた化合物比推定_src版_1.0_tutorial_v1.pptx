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456" r:id="rId3"/>
    <p:sldId id="472" r:id="rId4"/>
    <p:sldId id="465" r:id="rId5"/>
    <p:sldId id="467" r:id="rId6"/>
    <p:sldId id="466" r:id="rId7"/>
    <p:sldId id="468" r:id="rId8"/>
    <p:sldId id="275" r:id="rId9"/>
  </p:sldIdLst>
  <p:sldSz cx="12192000" cy="6858000"/>
  <p:notesSz cx="6802438" cy="99377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51A2"/>
    <a:srgbClr val="1EB9E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72D3DD-6DB8-47D4-A36C-D8CDB008B097}" v="5" dt="2026-07-30T05:48:12.96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78"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NOTSUKA Hiroshi" userId="c6645a20-597b-4885-972d-857d841a8f23" providerId="ADAL" clId="{4CD78400-EEF3-41E0-B8F3-421D90CB85B3}"/>
    <pc:docChg chg="undo custSel delSld modSld">
      <pc:chgData name="SHINOTSUKA Hiroshi" userId="c6645a20-597b-4885-972d-857d841a8f23" providerId="ADAL" clId="{4CD78400-EEF3-41E0-B8F3-421D90CB85B3}" dt="2026-07-30T05:57:12.437" v="239" actId="6549"/>
      <pc:docMkLst>
        <pc:docMk/>
      </pc:docMkLst>
      <pc:sldChg chg="modSp mod">
        <pc:chgData name="SHINOTSUKA Hiroshi" userId="c6645a20-597b-4885-972d-857d841a8f23" providerId="ADAL" clId="{4CD78400-EEF3-41E0-B8F3-421D90CB85B3}" dt="2026-07-30T05:43:43.057" v="15" actId="20577"/>
        <pc:sldMkLst>
          <pc:docMk/>
          <pc:sldMk cId="3697105308" sldId="256"/>
        </pc:sldMkLst>
        <pc:spChg chg="mod">
          <ac:chgData name="SHINOTSUKA Hiroshi" userId="c6645a20-597b-4885-972d-857d841a8f23" providerId="ADAL" clId="{4CD78400-EEF3-41E0-B8F3-421D90CB85B3}" dt="2026-07-30T05:43:34.920" v="11" actId="14100"/>
          <ac:spMkLst>
            <pc:docMk/>
            <pc:sldMk cId="3697105308" sldId="256"/>
            <ac:spMk id="2" creationId="{F62D275E-3A9A-BFDD-C38F-9845AE89B968}"/>
          </ac:spMkLst>
        </pc:spChg>
        <pc:spChg chg="mod">
          <ac:chgData name="SHINOTSUKA Hiroshi" userId="c6645a20-597b-4885-972d-857d841a8f23" providerId="ADAL" clId="{4CD78400-EEF3-41E0-B8F3-421D90CB85B3}" dt="2026-07-30T05:43:43.057" v="15" actId="20577"/>
          <ac:spMkLst>
            <pc:docMk/>
            <pc:sldMk cId="3697105308" sldId="256"/>
            <ac:spMk id="3" creationId="{EA8DA8F3-BCA4-72DA-81E8-71801622D9B1}"/>
          </ac:spMkLst>
        </pc:spChg>
      </pc:sldChg>
      <pc:sldChg chg="del">
        <pc:chgData name="SHINOTSUKA Hiroshi" userId="c6645a20-597b-4885-972d-857d841a8f23" providerId="ADAL" clId="{4CD78400-EEF3-41E0-B8F3-421D90CB85B3}" dt="2026-07-30T05:54:57.963" v="122" actId="47"/>
        <pc:sldMkLst>
          <pc:docMk/>
          <pc:sldMk cId="1372542587" sldId="260"/>
        </pc:sldMkLst>
      </pc:sldChg>
      <pc:sldChg chg="del">
        <pc:chgData name="SHINOTSUKA Hiroshi" userId="c6645a20-597b-4885-972d-857d841a8f23" providerId="ADAL" clId="{4CD78400-EEF3-41E0-B8F3-421D90CB85B3}" dt="2026-07-30T05:54:58.951" v="123" actId="47"/>
        <pc:sldMkLst>
          <pc:docMk/>
          <pc:sldMk cId="893990636" sldId="262"/>
        </pc:sldMkLst>
      </pc:sldChg>
      <pc:sldChg chg="del">
        <pc:chgData name="SHINOTSUKA Hiroshi" userId="c6645a20-597b-4885-972d-857d841a8f23" providerId="ADAL" clId="{4CD78400-EEF3-41E0-B8F3-421D90CB85B3}" dt="2026-07-30T05:46:28.712" v="16" actId="47"/>
        <pc:sldMkLst>
          <pc:docMk/>
          <pc:sldMk cId="1767797269" sldId="263"/>
        </pc:sldMkLst>
      </pc:sldChg>
      <pc:sldChg chg="del">
        <pc:chgData name="SHINOTSUKA Hiroshi" userId="c6645a20-597b-4885-972d-857d841a8f23" providerId="ADAL" clId="{4CD78400-EEF3-41E0-B8F3-421D90CB85B3}" dt="2026-07-30T05:55:00.149" v="124" actId="47"/>
        <pc:sldMkLst>
          <pc:docMk/>
          <pc:sldMk cId="1450224282" sldId="265"/>
        </pc:sldMkLst>
      </pc:sldChg>
      <pc:sldChg chg="del">
        <pc:chgData name="SHINOTSUKA Hiroshi" userId="c6645a20-597b-4885-972d-857d841a8f23" providerId="ADAL" clId="{4CD78400-EEF3-41E0-B8F3-421D90CB85B3}" dt="2026-07-30T05:55:09.654" v="127" actId="47"/>
        <pc:sldMkLst>
          <pc:docMk/>
          <pc:sldMk cId="1369688074" sldId="266"/>
        </pc:sldMkLst>
      </pc:sldChg>
      <pc:sldChg chg="del">
        <pc:chgData name="SHINOTSUKA Hiroshi" userId="c6645a20-597b-4885-972d-857d841a8f23" providerId="ADAL" clId="{4CD78400-EEF3-41E0-B8F3-421D90CB85B3}" dt="2026-07-30T05:55:10.872" v="128" actId="47"/>
        <pc:sldMkLst>
          <pc:docMk/>
          <pc:sldMk cId="50477201" sldId="267"/>
        </pc:sldMkLst>
      </pc:sldChg>
      <pc:sldChg chg="del">
        <pc:chgData name="SHINOTSUKA Hiroshi" userId="c6645a20-597b-4885-972d-857d841a8f23" providerId="ADAL" clId="{4CD78400-EEF3-41E0-B8F3-421D90CB85B3}" dt="2026-07-30T05:55:13.093" v="129" actId="47"/>
        <pc:sldMkLst>
          <pc:docMk/>
          <pc:sldMk cId="709078537" sldId="269"/>
        </pc:sldMkLst>
      </pc:sldChg>
      <pc:sldChg chg="del">
        <pc:chgData name="SHINOTSUKA Hiroshi" userId="c6645a20-597b-4885-972d-857d841a8f23" providerId="ADAL" clId="{4CD78400-EEF3-41E0-B8F3-421D90CB85B3}" dt="2026-07-30T05:55:14.407" v="130" actId="47"/>
        <pc:sldMkLst>
          <pc:docMk/>
          <pc:sldMk cId="1607563971" sldId="270"/>
        </pc:sldMkLst>
      </pc:sldChg>
      <pc:sldChg chg="del">
        <pc:chgData name="SHINOTSUKA Hiroshi" userId="c6645a20-597b-4885-972d-857d841a8f23" providerId="ADAL" clId="{4CD78400-EEF3-41E0-B8F3-421D90CB85B3}" dt="2026-07-30T05:55:15.339" v="131" actId="47"/>
        <pc:sldMkLst>
          <pc:docMk/>
          <pc:sldMk cId="2107330073" sldId="271"/>
        </pc:sldMkLst>
      </pc:sldChg>
      <pc:sldChg chg="del">
        <pc:chgData name="SHINOTSUKA Hiroshi" userId="c6645a20-597b-4885-972d-857d841a8f23" providerId="ADAL" clId="{4CD78400-EEF3-41E0-B8F3-421D90CB85B3}" dt="2026-07-30T05:55:16.325" v="132" actId="47"/>
        <pc:sldMkLst>
          <pc:docMk/>
          <pc:sldMk cId="2535002310" sldId="272"/>
        </pc:sldMkLst>
      </pc:sldChg>
      <pc:sldChg chg="del">
        <pc:chgData name="SHINOTSUKA Hiroshi" userId="c6645a20-597b-4885-972d-857d841a8f23" providerId="ADAL" clId="{4CD78400-EEF3-41E0-B8F3-421D90CB85B3}" dt="2026-07-30T05:55:17.476" v="133" actId="47"/>
        <pc:sldMkLst>
          <pc:docMk/>
          <pc:sldMk cId="184668766" sldId="273"/>
        </pc:sldMkLst>
      </pc:sldChg>
      <pc:sldChg chg="del">
        <pc:chgData name="SHINOTSUKA Hiroshi" userId="c6645a20-597b-4885-972d-857d841a8f23" providerId="ADAL" clId="{4CD78400-EEF3-41E0-B8F3-421D90CB85B3}" dt="2026-07-30T05:55:18.563" v="134" actId="47"/>
        <pc:sldMkLst>
          <pc:docMk/>
          <pc:sldMk cId="1177245232" sldId="274"/>
        </pc:sldMkLst>
      </pc:sldChg>
      <pc:sldChg chg="modSp mod">
        <pc:chgData name="SHINOTSUKA Hiroshi" userId="c6645a20-597b-4885-972d-857d841a8f23" providerId="ADAL" clId="{4CD78400-EEF3-41E0-B8F3-421D90CB85B3}" dt="2026-07-30T05:56:25.625" v="220" actId="20577"/>
        <pc:sldMkLst>
          <pc:docMk/>
          <pc:sldMk cId="2100778827" sldId="275"/>
        </pc:sldMkLst>
        <pc:spChg chg="mod">
          <ac:chgData name="SHINOTSUKA Hiroshi" userId="c6645a20-597b-4885-972d-857d841a8f23" providerId="ADAL" clId="{4CD78400-EEF3-41E0-B8F3-421D90CB85B3}" dt="2026-07-30T05:55:55.410" v="166" actId="6549"/>
          <ac:spMkLst>
            <pc:docMk/>
            <pc:sldMk cId="2100778827" sldId="275"/>
            <ac:spMk id="2" creationId="{50391D64-737F-0653-07CF-BDE837C55C13}"/>
          </ac:spMkLst>
        </pc:spChg>
        <pc:spChg chg="mod">
          <ac:chgData name="SHINOTSUKA Hiroshi" userId="c6645a20-597b-4885-972d-857d841a8f23" providerId="ADAL" clId="{4CD78400-EEF3-41E0-B8F3-421D90CB85B3}" dt="2026-07-30T05:56:25.625" v="220" actId="20577"/>
          <ac:spMkLst>
            <pc:docMk/>
            <pc:sldMk cId="2100778827" sldId="275"/>
            <ac:spMk id="6" creationId="{3A948A4D-AAE2-C669-A396-4A549553DF3B}"/>
          </ac:spMkLst>
        </pc:spChg>
      </pc:sldChg>
      <pc:sldChg chg="del">
        <pc:chgData name="SHINOTSUKA Hiroshi" userId="c6645a20-597b-4885-972d-857d841a8f23" providerId="ADAL" clId="{4CD78400-EEF3-41E0-B8F3-421D90CB85B3}" dt="2026-07-30T05:55:28.709" v="135" actId="47"/>
        <pc:sldMkLst>
          <pc:docMk/>
          <pc:sldMk cId="180295755" sldId="276"/>
        </pc:sldMkLst>
      </pc:sldChg>
      <pc:sldChg chg="modSp mod">
        <pc:chgData name="SHINOTSUKA Hiroshi" userId="c6645a20-597b-4885-972d-857d841a8f23" providerId="ADAL" clId="{4CD78400-EEF3-41E0-B8F3-421D90CB85B3}" dt="2026-07-30T05:57:12.437" v="239" actId="6549"/>
        <pc:sldMkLst>
          <pc:docMk/>
          <pc:sldMk cId="1021861678" sldId="456"/>
        </pc:sldMkLst>
        <pc:spChg chg="mod">
          <ac:chgData name="SHINOTSUKA Hiroshi" userId="c6645a20-597b-4885-972d-857d841a8f23" providerId="ADAL" clId="{4CD78400-EEF3-41E0-B8F3-421D90CB85B3}" dt="2026-07-30T05:57:12.437" v="239" actId="6549"/>
          <ac:spMkLst>
            <pc:docMk/>
            <pc:sldMk cId="1021861678" sldId="456"/>
            <ac:spMk id="4" creationId="{829C614C-B64A-798B-0C02-10F4E2493F68}"/>
          </ac:spMkLst>
        </pc:spChg>
      </pc:sldChg>
      <pc:sldChg chg="del">
        <pc:chgData name="SHINOTSUKA Hiroshi" userId="c6645a20-597b-4885-972d-857d841a8f23" providerId="ADAL" clId="{4CD78400-EEF3-41E0-B8F3-421D90CB85B3}" dt="2026-07-30T05:46:37.314" v="17" actId="47"/>
        <pc:sldMkLst>
          <pc:docMk/>
          <pc:sldMk cId="3236091426" sldId="463"/>
        </pc:sldMkLst>
      </pc:sldChg>
      <pc:sldChg chg="addSp delSp modSp mod modNotesTx">
        <pc:chgData name="SHINOTSUKA Hiroshi" userId="c6645a20-597b-4885-972d-857d841a8f23" providerId="ADAL" clId="{4CD78400-EEF3-41E0-B8F3-421D90CB85B3}" dt="2026-07-30T05:54:41.976" v="121" actId="6549"/>
        <pc:sldMkLst>
          <pc:docMk/>
          <pc:sldMk cId="1198555385" sldId="465"/>
        </pc:sldMkLst>
        <pc:spChg chg="add mod">
          <ac:chgData name="SHINOTSUKA Hiroshi" userId="c6645a20-597b-4885-972d-857d841a8f23" providerId="ADAL" clId="{4CD78400-EEF3-41E0-B8F3-421D90CB85B3}" dt="2026-07-30T05:47:18.168" v="24" actId="767"/>
          <ac:spMkLst>
            <pc:docMk/>
            <pc:sldMk cId="1198555385" sldId="465"/>
            <ac:spMk id="5" creationId="{FC62F986-1367-B8EE-9BBA-4A32226CFF1C}"/>
          </ac:spMkLst>
        </pc:spChg>
        <pc:spChg chg="add del mod">
          <ac:chgData name="SHINOTSUKA Hiroshi" userId="c6645a20-597b-4885-972d-857d841a8f23" providerId="ADAL" clId="{4CD78400-EEF3-41E0-B8F3-421D90CB85B3}" dt="2026-07-30T05:54:01.283" v="101" actId="478"/>
          <ac:spMkLst>
            <pc:docMk/>
            <pc:sldMk cId="1198555385" sldId="465"/>
            <ac:spMk id="9" creationId="{8CF71DC0-F70F-AC95-59A4-07DB1499BD27}"/>
          </ac:spMkLst>
        </pc:spChg>
        <pc:spChg chg="add del mod">
          <ac:chgData name="SHINOTSUKA Hiroshi" userId="c6645a20-597b-4885-972d-857d841a8f23" providerId="ADAL" clId="{4CD78400-EEF3-41E0-B8F3-421D90CB85B3}" dt="2026-07-30T05:54:01.283" v="101" actId="478"/>
          <ac:spMkLst>
            <pc:docMk/>
            <pc:sldMk cId="1198555385" sldId="465"/>
            <ac:spMk id="10" creationId="{215DEBD1-25EC-CF1A-939A-73A326DED697}"/>
          </ac:spMkLst>
        </pc:spChg>
        <pc:spChg chg="add del mod">
          <ac:chgData name="SHINOTSUKA Hiroshi" userId="c6645a20-597b-4885-972d-857d841a8f23" providerId="ADAL" clId="{4CD78400-EEF3-41E0-B8F3-421D90CB85B3}" dt="2026-07-30T05:54:01.283" v="101" actId="478"/>
          <ac:spMkLst>
            <pc:docMk/>
            <pc:sldMk cId="1198555385" sldId="465"/>
            <ac:spMk id="11" creationId="{1090CACA-AF46-AA54-5A28-5F2E7A668BCA}"/>
          </ac:spMkLst>
        </pc:spChg>
        <pc:spChg chg="add del">
          <ac:chgData name="SHINOTSUKA Hiroshi" userId="c6645a20-597b-4885-972d-857d841a8f23" providerId="ADAL" clId="{4CD78400-EEF3-41E0-B8F3-421D90CB85B3}" dt="2026-07-30T05:51:03.990" v="66" actId="22"/>
          <ac:spMkLst>
            <pc:docMk/>
            <pc:sldMk cId="1198555385" sldId="465"/>
            <ac:spMk id="13" creationId="{741B84FE-0DE5-1812-FB78-D560C0C1D953}"/>
          </ac:spMkLst>
        </pc:spChg>
        <pc:spChg chg="add mod">
          <ac:chgData name="SHINOTSUKA Hiroshi" userId="c6645a20-597b-4885-972d-857d841a8f23" providerId="ADAL" clId="{4CD78400-EEF3-41E0-B8F3-421D90CB85B3}" dt="2026-07-30T05:54:17.583" v="120" actId="1076"/>
          <ac:spMkLst>
            <pc:docMk/>
            <pc:sldMk cId="1198555385" sldId="465"/>
            <ac:spMk id="15" creationId="{6833A13E-14FD-159B-E786-923584357236}"/>
          </ac:spMkLst>
        </pc:spChg>
        <pc:picChg chg="del mod">
          <ac:chgData name="SHINOTSUKA Hiroshi" userId="c6645a20-597b-4885-972d-857d841a8f23" providerId="ADAL" clId="{4CD78400-EEF3-41E0-B8F3-421D90CB85B3}" dt="2026-07-30T05:53:58.850" v="100" actId="478"/>
          <ac:picMkLst>
            <pc:docMk/>
            <pc:sldMk cId="1198555385" sldId="465"/>
            <ac:picMk id="6" creationId="{BECD7BBC-CC6B-9286-C58B-4594E22D5807}"/>
          </ac:picMkLst>
        </pc:picChg>
      </pc:sldChg>
      <pc:sldChg chg="del">
        <pc:chgData name="SHINOTSUKA Hiroshi" userId="c6645a20-597b-4885-972d-857d841a8f23" providerId="ADAL" clId="{4CD78400-EEF3-41E0-B8F3-421D90CB85B3}" dt="2026-07-30T05:55:00.988" v="125" actId="47"/>
        <pc:sldMkLst>
          <pc:docMk/>
          <pc:sldMk cId="624513990" sldId="469"/>
        </pc:sldMkLst>
      </pc:sldChg>
      <pc:sldChg chg="del">
        <pc:chgData name="SHINOTSUKA Hiroshi" userId="c6645a20-597b-4885-972d-857d841a8f23" providerId="ADAL" clId="{4CD78400-EEF3-41E0-B8F3-421D90CB85B3}" dt="2026-07-30T05:55:07.757" v="126" actId="47"/>
        <pc:sldMkLst>
          <pc:docMk/>
          <pc:sldMk cId="3761179885" sldId="470"/>
        </pc:sldMkLst>
      </pc:sldChg>
      <pc:sldChg chg="del">
        <pc:chgData name="SHINOTSUKA Hiroshi" userId="c6645a20-597b-4885-972d-857d841a8f23" providerId="ADAL" clId="{4CD78400-EEF3-41E0-B8F3-421D90CB85B3}" dt="2026-07-30T05:55:36.323" v="136" actId="47"/>
        <pc:sldMkLst>
          <pc:docMk/>
          <pc:sldMk cId="1080688757" sldId="4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7723" cy="4986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3141" y="0"/>
            <a:ext cx="2947723" cy="498613"/>
          </a:xfrm>
          <a:prstGeom prst="rect">
            <a:avLst/>
          </a:prstGeom>
        </p:spPr>
        <p:txBody>
          <a:bodyPr vert="horz" lIns="91440" tIns="45720" rIns="91440" bIns="45720" rtlCol="0"/>
          <a:lstStyle>
            <a:lvl1pPr algn="r">
              <a:defRPr sz="1200"/>
            </a:lvl1pPr>
          </a:lstStyle>
          <a:p>
            <a:fld id="{DD992A04-9F89-41D6-8C6C-4A60507F28EA}" type="datetimeFigureOut">
              <a:rPr kumimoji="1" lang="ja-JP" altLang="en-US" smtClean="0"/>
              <a:t>2026/7/30</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59475" cy="33528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244" y="4782542"/>
            <a:ext cx="5441950" cy="39129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9138"/>
            <a:ext cx="2947723" cy="49861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3141" y="9439138"/>
            <a:ext cx="2947723" cy="498612"/>
          </a:xfrm>
          <a:prstGeom prst="rect">
            <a:avLst/>
          </a:prstGeom>
        </p:spPr>
        <p:txBody>
          <a:bodyPr vert="horz" lIns="91440" tIns="45720" rIns="91440" bIns="45720" rtlCol="0" anchor="b"/>
          <a:lstStyle>
            <a:lvl1pPr algn="r">
              <a:defRPr sz="1200"/>
            </a:lvl1pPr>
          </a:lstStyle>
          <a:p>
            <a:fld id="{E5C2B48F-B2AB-4DE3-863C-6755168DB3A7}" type="slidenum">
              <a:rPr kumimoji="1" lang="ja-JP" altLang="en-US" smtClean="0"/>
              <a:t>‹#›</a:t>
            </a:fld>
            <a:endParaRPr kumimoji="1" lang="ja-JP" altLang="en-US"/>
          </a:p>
        </p:txBody>
      </p:sp>
    </p:spTree>
    <p:extLst>
      <p:ext uri="{BB962C8B-B14F-4D97-AF65-F5344CB8AC3E}">
        <p14:creationId xmlns:p14="http://schemas.microsoft.com/office/powerpoint/2010/main" val="2853914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8CBC4-4E37-E6E6-2DAC-5910D2EE29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7B4646-F06C-9159-D247-F110C73EED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EFEB728-A8B0-17FB-642F-4B26DFD4558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685810C-EA56-6A49-405A-842C72288728}"/>
              </a:ext>
            </a:extLst>
          </p:cNvPr>
          <p:cNvSpPr>
            <a:spLocks noGrp="1"/>
          </p:cNvSpPr>
          <p:nvPr>
            <p:ph type="sldNum" sz="quarter" idx="5"/>
          </p:nvPr>
        </p:nvSpPr>
        <p:spPr/>
        <p:txBody>
          <a:bodyPr/>
          <a:lstStyle/>
          <a:p>
            <a:fld id="{E5C2B48F-B2AB-4DE3-863C-6755168DB3A7}" type="slidenum">
              <a:rPr kumimoji="1" lang="ja-JP" altLang="en-US" smtClean="0"/>
              <a:t>3</a:t>
            </a:fld>
            <a:endParaRPr kumimoji="1" lang="ja-JP" altLang="en-US"/>
          </a:p>
        </p:txBody>
      </p:sp>
    </p:spTree>
    <p:extLst>
      <p:ext uri="{BB962C8B-B14F-4D97-AF65-F5344CB8AC3E}">
        <p14:creationId xmlns:p14="http://schemas.microsoft.com/office/powerpoint/2010/main" val="3566414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E0E1E-6B8D-E852-D9E0-BD4C8050E3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740281-E3AC-9F19-BF8C-A456791E5A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EB063A5-84D6-5DDF-B175-93D1DCDD280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F8EC4A-FB17-8608-EABA-4E4CDFA6F0BC}"/>
              </a:ext>
            </a:extLst>
          </p:cNvPr>
          <p:cNvSpPr>
            <a:spLocks noGrp="1"/>
          </p:cNvSpPr>
          <p:nvPr>
            <p:ph type="sldNum" sz="quarter" idx="5"/>
          </p:nvPr>
        </p:nvSpPr>
        <p:spPr/>
        <p:txBody>
          <a:bodyPr/>
          <a:lstStyle/>
          <a:p>
            <a:fld id="{E5C2B48F-B2AB-4DE3-863C-6755168DB3A7}" type="slidenum">
              <a:rPr kumimoji="1" lang="ja-JP" altLang="en-US" smtClean="0"/>
              <a:t>4</a:t>
            </a:fld>
            <a:endParaRPr kumimoji="1" lang="ja-JP" altLang="en-US"/>
          </a:p>
        </p:txBody>
      </p:sp>
    </p:spTree>
    <p:extLst>
      <p:ext uri="{BB962C8B-B14F-4D97-AF65-F5344CB8AC3E}">
        <p14:creationId xmlns:p14="http://schemas.microsoft.com/office/powerpoint/2010/main" val="10766892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defRPr>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E00952B-0D2A-41D3-A5CD-5B009E5ACD8B}"/>
              </a:ext>
            </a:extLst>
          </p:cNvPr>
          <p:cNvSpPr>
            <a:spLocks noGrp="1"/>
          </p:cNvSpPr>
          <p:nvPr>
            <p:ph type="dt" sz="half" idx="10"/>
          </p:nvPr>
        </p:nvSpPr>
        <p:spPr>
          <a:xfrm>
            <a:off x="0" y="6669639"/>
            <a:ext cx="2743200" cy="219074"/>
          </a:xfrm>
          <a:prstGeom prst="rect">
            <a:avLst/>
          </a:prstGeom>
        </p:spPr>
        <p:txBody>
          <a:bodyPr/>
          <a:lstStyle/>
          <a:p>
            <a:fld id="{E85BF0C6-4C6C-4F11-BFE7-9821B14B8055}" type="datetime1">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5C3D3E6F-5DDA-4D86-86BC-606E2F89C043}"/>
              </a:ext>
            </a:extLst>
          </p:cNvPr>
          <p:cNvSpPr>
            <a:spLocks noGrp="1"/>
          </p:cNvSpPr>
          <p:nvPr>
            <p:ph type="ftr" sz="quarter" idx="11"/>
          </p:nvPr>
        </p:nvSpPr>
        <p:spPr>
          <a:xfrm>
            <a:off x="4800600" y="6683374"/>
            <a:ext cx="4787900" cy="172387"/>
          </a:xfrm>
          <a:prstGeom prst="rect">
            <a:avLst/>
          </a:prstGeom>
        </p:spPr>
        <p:txBody>
          <a:bodyPr/>
          <a:lstStyle/>
          <a:p>
            <a:endParaRPr lang="ja-JP" altLang="en-US"/>
          </a:p>
        </p:txBody>
      </p:sp>
      <p:sp>
        <p:nvSpPr>
          <p:cNvPr id="6" name="スライド番号プレースホルダー 5">
            <a:extLst>
              <a:ext uri="{FF2B5EF4-FFF2-40B4-BE49-F238E27FC236}">
                <a16:creationId xmlns:a16="http://schemas.microsoft.com/office/drawing/2014/main" id="{F06B78F1-2818-4805-8BCE-AB3164193055}"/>
              </a:ext>
            </a:extLst>
          </p:cNvPr>
          <p:cNvSpPr>
            <a:spLocks noGrp="1"/>
          </p:cNvSpPr>
          <p:nvPr>
            <p:ph type="sldNum" sz="quarter" idx="12"/>
          </p:nvPr>
        </p:nvSpPr>
        <p:spPr>
          <a:xfrm>
            <a:off x="11277600" y="6503373"/>
            <a:ext cx="914400" cy="360000"/>
          </a:xfrm>
          <a:prstGeom prst="rect">
            <a:avLst/>
          </a:prstGeom>
        </p:spPr>
        <p:txBody>
          <a:bodyPr/>
          <a:lstStyle>
            <a:lvl1pPr>
              <a:defRPr sz="1400"/>
            </a:lvl1pPr>
          </a:lstStyle>
          <a:p>
            <a:fld id="{1F3A5AE6-BFCB-4F88-9D92-FE4DDA45BCC2}" type="slidenum">
              <a:rPr lang="ja-JP" altLang="en-US" smtClean="0"/>
              <a:pPr/>
              <a:t>‹#›</a:t>
            </a:fld>
            <a:endParaRPr lang="ja-JP" altLang="en-US"/>
          </a:p>
        </p:txBody>
      </p:sp>
      <p:pic>
        <p:nvPicPr>
          <p:cNvPr id="2050" name="Picture 2">
            <a:extLst>
              <a:ext uri="{FF2B5EF4-FFF2-40B4-BE49-F238E27FC236}">
                <a16:creationId xmlns:a16="http://schemas.microsoft.com/office/drawing/2014/main" id="{D79377C3-EE07-E1E6-3587-4EC2005F445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0803" y="5680467"/>
            <a:ext cx="1229980" cy="901343"/>
          </a:xfrm>
          <a:prstGeom prst="rect">
            <a:avLst/>
          </a:prstGeom>
          <a:noFill/>
          <a:extLst>
            <a:ext uri="{909E8E84-426E-40DD-AFC4-6F175D3DCCD1}">
              <a14:hiddenFill xmlns:a14="http://schemas.microsoft.com/office/drawing/2010/main">
                <a:solidFill>
                  <a:srgbClr val="FFFFFF"/>
                </a:solidFill>
              </a14:hiddenFill>
            </a:ext>
          </a:extLst>
        </p:spPr>
      </p:pic>
      <p:pic>
        <p:nvPicPr>
          <p:cNvPr id="8" name="図 7" descr="アイコン が含まれている画像&#10;&#10;自動的に生成された説明">
            <a:extLst>
              <a:ext uri="{FF2B5EF4-FFF2-40B4-BE49-F238E27FC236}">
                <a16:creationId xmlns:a16="http://schemas.microsoft.com/office/drawing/2014/main" id="{8FD0CC8F-4082-B8F1-8669-E560BD6AEE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29164" y="5779565"/>
            <a:ext cx="2877671" cy="658267"/>
          </a:xfrm>
          <a:prstGeom prst="rect">
            <a:avLst/>
          </a:prstGeom>
        </p:spPr>
      </p:pic>
    </p:spTree>
    <p:extLst>
      <p:ext uri="{BB962C8B-B14F-4D97-AF65-F5344CB8AC3E}">
        <p14:creationId xmlns:p14="http://schemas.microsoft.com/office/powerpoint/2010/main" val="796141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5" name="タイトル 24">
            <a:extLst>
              <a:ext uri="{FF2B5EF4-FFF2-40B4-BE49-F238E27FC236}">
                <a16:creationId xmlns:a16="http://schemas.microsoft.com/office/drawing/2014/main" id="{BA1044AD-B0F7-4C0D-A54F-8F595E870ED6}"/>
              </a:ext>
            </a:extLst>
          </p:cNvPr>
          <p:cNvSpPr>
            <a:spLocks noGrp="1"/>
          </p:cNvSpPr>
          <p:nvPr>
            <p:ph type="title"/>
          </p:nvPr>
        </p:nvSpPr>
        <p:spPr/>
        <p:txBody>
          <a:bodyPr/>
          <a:lstStyle/>
          <a:p>
            <a:r>
              <a:rPr kumimoji="1" lang="ja-JP" altLang="en-US"/>
              <a:t>マスター タイトルの書式設定</a:t>
            </a:r>
          </a:p>
        </p:txBody>
      </p:sp>
      <p:sp>
        <p:nvSpPr>
          <p:cNvPr id="29" name="日付プレースホルダー 28">
            <a:extLst>
              <a:ext uri="{FF2B5EF4-FFF2-40B4-BE49-F238E27FC236}">
                <a16:creationId xmlns:a16="http://schemas.microsoft.com/office/drawing/2014/main" id="{55E23613-6054-4A46-94D4-CA1B905A6379}"/>
              </a:ext>
            </a:extLst>
          </p:cNvPr>
          <p:cNvSpPr>
            <a:spLocks noGrp="1"/>
          </p:cNvSpPr>
          <p:nvPr>
            <p:ph type="dt" sz="half" idx="10"/>
          </p:nvPr>
        </p:nvSpPr>
        <p:spPr>
          <a:xfrm>
            <a:off x="0" y="6616734"/>
            <a:ext cx="2511167" cy="237802"/>
          </a:xfrm>
          <a:prstGeom prst="rect">
            <a:avLst/>
          </a:prstGeom>
        </p:spPr>
        <p:txBody>
          <a:bodyPr/>
          <a:lstStyle/>
          <a:p>
            <a:fld id="{A5631E05-921F-45A9-8954-9232A6C3F494}" type="datetime1">
              <a:rPr kumimoji="1" lang="ja-JP" altLang="en-US" smtClean="0"/>
              <a:t>2026/7/30</a:t>
            </a:fld>
            <a:endParaRPr kumimoji="1" lang="ja-JP" altLang="en-US"/>
          </a:p>
        </p:txBody>
      </p:sp>
      <p:sp>
        <p:nvSpPr>
          <p:cNvPr id="30" name="フッター プレースホルダー 29">
            <a:extLst>
              <a:ext uri="{FF2B5EF4-FFF2-40B4-BE49-F238E27FC236}">
                <a16:creationId xmlns:a16="http://schemas.microsoft.com/office/drawing/2014/main" id="{09ED7063-584D-40D1-AD89-04DF639BE44C}"/>
              </a:ext>
            </a:extLst>
          </p:cNvPr>
          <p:cNvSpPr>
            <a:spLocks noGrp="1"/>
          </p:cNvSpPr>
          <p:nvPr>
            <p:ph type="ftr" sz="quarter" idx="11"/>
          </p:nvPr>
        </p:nvSpPr>
        <p:spPr>
          <a:xfrm>
            <a:off x="3655883" y="6616734"/>
            <a:ext cx="6477000" cy="239027"/>
          </a:xfrm>
          <a:prstGeom prst="rect">
            <a:avLst/>
          </a:prstGeom>
        </p:spPr>
        <p:txBody>
          <a:bodyPr/>
          <a:lstStyle>
            <a:lvl1pPr>
              <a:defRPr>
                <a:solidFill>
                  <a:schemeClr val="tx1"/>
                </a:solidFill>
              </a:defRPr>
            </a:lvl1pPr>
          </a:lstStyle>
          <a:p>
            <a:endParaRPr lang="ja-JP" altLang="en-US"/>
          </a:p>
        </p:txBody>
      </p:sp>
      <p:sp>
        <p:nvSpPr>
          <p:cNvPr id="31" name="スライド番号プレースホルダー 30">
            <a:extLst>
              <a:ext uri="{FF2B5EF4-FFF2-40B4-BE49-F238E27FC236}">
                <a16:creationId xmlns:a16="http://schemas.microsoft.com/office/drawing/2014/main" id="{8599E5E4-5A7A-47D3-810E-501D5EF0C5A2}"/>
              </a:ext>
            </a:extLst>
          </p:cNvPr>
          <p:cNvSpPr>
            <a:spLocks noGrp="1"/>
          </p:cNvSpPr>
          <p:nvPr>
            <p:ph type="sldNum" sz="quarter" idx="12"/>
          </p:nvPr>
        </p:nvSpPr>
        <p:spPr>
          <a:xfrm>
            <a:off x="11277600" y="6617971"/>
            <a:ext cx="914400" cy="236566"/>
          </a:xfrm>
          <a:prstGeom prst="rect">
            <a:avLst/>
          </a:prstGeom>
        </p:spPr>
        <p:txBody>
          <a:bodyPr/>
          <a:lstStyle>
            <a:lvl1pPr>
              <a:defRPr sz="1400">
                <a:solidFill>
                  <a:schemeClr val="tx1"/>
                </a:solidFill>
              </a:defRPr>
            </a:lvl1pPr>
          </a:lstStyle>
          <a:p>
            <a:fld id="{1F3A5AE6-BFCB-4F88-9D92-FE4DDA45BCC2}" type="slidenum">
              <a:rPr lang="ja-JP" altLang="en-US" smtClean="0"/>
              <a:pPr/>
              <a:t>‹#›</a:t>
            </a:fld>
            <a:endParaRPr lang="ja-JP" altLang="en-US"/>
          </a:p>
        </p:txBody>
      </p:sp>
      <p:cxnSp>
        <p:nvCxnSpPr>
          <p:cNvPr id="12" name="直線コネクタ 11">
            <a:extLst>
              <a:ext uri="{FF2B5EF4-FFF2-40B4-BE49-F238E27FC236}">
                <a16:creationId xmlns:a16="http://schemas.microsoft.com/office/drawing/2014/main" id="{AE833617-6E50-0468-7D5F-F85D6E7A29DA}"/>
              </a:ext>
            </a:extLst>
          </p:cNvPr>
          <p:cNvCxnSpPr/>
          <p:nvPr userDrawn="1"/>
        </p:nvCxnSpPr>
        <p:spPr>
          <a:xfrm>
            <a:off x="105878" y="473676"/>
            <a:ext cx="11993078" cy="0"/>
          </a:xfrm>
          <a:prstGeom prst="line">
            <a:avLst/>
          </a:prstGeom>
          <a:ln w="63500">
            <a:gradFill flip="none" rotWithShape="1">
              <a:gsLst>
                <a:gs pos="0">
                  <a:schemeClr val="bg1"/>
                </a:gs>
                <a:gs pos="74000">
                  <a:srgbClr val="1EB9EE"/>
                </a:gs>
                <a:gs pos="100000">
                  <a:srgbClr val="1E51A2"/>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2" name="Picture 2">
            <a:extLst>
              <a:ext uri="{FF2B5EF4-FFF2-40B4-BE49-F238E27FC236}">
                <a16:creationId xmlns:a16="http://schemas.microsoft.com/office/drawing/2014/main" id="{EFB5ADAF-9A54-4AE4-8ABF-3022454BC21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627900" y="9525"/>
            <a:ext cx="554575" cy="406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266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日付プレースホルダー 28">
            <a:extLst>
              <a:ext uri="{FF2B5EF4-FFF2-40B4-BE49-F238E27FC236}">
                <a16:creationId xmlns:a16="http://schemas.microsoft.com/office/drawing/2014/main" id="{F2BDA7F5-C0FB-B795-3A84-B42ACE8E9185}"/>
              </a:ext>
            </a:extLst>
          </p:cNvPr>
          <p:cNvSpPr>
            <a:spLocks noGrp="1"/>
          </p:cNvSpPr>
          <p:nvPr>
            <p:ph type="dt" sz="half" idx="10"/>
          </p:nvPr>
        </p:nvSpPr>
        <p:spPr>
          <a:xfrm>
            <a:off x="0" y="6616734"/>
            <a:ext cx="2511167" cy="237802"/>
          </a:xfrm>
          <a:prstGeom prst="rect">
            <a:avLst/>
          </a:prstGeom>
        </p:spPr>
        <p:txBody>
          <a:bodyPr/>
          <a:lstStyle/>
          <a:p>
            <a:fld id="{F9E2D831-1E0F-415E-9707-E9E302520860}" type="datetime1">
              <a:rPr kumimoji="1" lang="ja-JP" altLang="en-US" smtClean="0"/>
              <a:t>2026/7/30</a:t>
            </a:fld>
            <a:endParaRPr kumimoji="1" lang="ja-JP" altLang="en-US"/>
          </a:p>
        </p:txBody>
      </p:sp>
      <p:sp>
        <p:nvSpPr>
          <p:cNvPr id="3" name="フッター プレースホルダー 29">
            <a:extLst>
              <a:ext uri="{FF2B5EF4-FFF2-40B4-BE49-F238E27FC236}">
                <a16:creationId xmlns:a16="http://schemas.microsoft.com/office/drawing/2014/main" id="{27E881F7-2B62-0FB3-D64A-D1A6A6E07808}"/>
              </a:ext>
            </a:extLst>
          </p:cNvPr>
          <p:cNvSpPr>
            <a:spLocks noGrp="1"/>
          </p:cNvSpPr>
          <p:nvPr>
            <p:ph type="ftr" sz="quarter" idx="11"/>
          </p:nvPr>
        </p:nvSpPr>
        <p:spPr>
          <a:xfrm>
            <a:off x="3655883" y="6616734"/>
            <a:ext cx="6477000" cy="239027"/>
          </a:xfrm>
          <a:prstGeom prst="rect">
            <a:avLst/>
          </a:prstGeom>
        </p:spPr>
        <p:txBody>
          <a:bodyPr/>
          <a:lstStyle>
            <a:lvl1pPr>
              <a:defRPr>
                <a:solidFill>
                  <a:schemeClr val="tx1"/>
                </a:solidFill>
              </a:defRPr>
            </a:lvl1pPr>
          </a:lstStyle>
          <a:p>
            <a:endParaRPr lang="ja-JP" altLang="en-US"/>
          </a:p>
        </p:txBody>
      </p:sp>
      <p:sp>
        <p:nvSpPr>
          <p:cNvPr id="4" name="スライド番号プレースホルダー 30">
            <a:extLst>
              <a:ext uri="{FF2B5EF4-FFF2-40B4-BE49-F238E27FC236}">
                <a16:creationId xmlns:a16="http://schemas.microsoft.com/office/drawing/2014/main" id="{EE2CE68B-3FD3-9897-4CD0-29C73FEFC9D9}"/>
              </a:ext>
            </a:extLst>
          </p:cNvPr>
          <p:cNvSpPr>
            <a:spLocks noGrp="1"/>
          </p:cNvSpPr>
          <p:nvPr>
            <p:ph type="sldNum" sz="quarter" idx="12"/>
          </p:nvPr>
        </p:nvSpPr>
        <p:spPr>
          <a:xfrm>
            <a:off x="11277600" y="6617971"/>
            <a:ext cx="914400" cy="236566"/>
          </a:xfrm>
          <a:prstGeom prst="rect">
            <a:avLst/>
          </a:prstGeom>
        </p:spPr>
        <p:txBody>
          <a:bodyPr/>
          <a:lstStyle>
            <a:lvl1pPr>
              <a:defRPr sz="1400">
                <a:solidFill>
                  <a:schemeClr val="tx1"/>
                </a:solidFill>
              </a:defRPr>
            </a:lvl1pPr>
          </a:lstStyle>
          <a:p>
            <a:fld id="{1F3A5AE6-BFCB-4F88-9D92-FE4DDA45BCC2}" type="slidenum">
              <a:rPr lang="ja-JP" altLang="en-US" smtClean="0"/>
              <a:pPr/>
              <a:t>‹#›</a:t>
            </a:fld>
            <a:endParaRPr lang="ja-JP" altLang="en-US"/>
          </a:p>
        </p:txBody>
      </p:sp>
    </p:spTree>
    <p:extLst>
      <p:ext uri="{BB962C8B-B14F-4D97-AF65-F5344CB8AC3E}">
        <p14:creationId xmlns:p14="http://schemas.microsoft.com/office/powerpoint/2010/main" val="4092593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94E04-3B50-4752-AFB2-EA3049CB83A2}" type="datetime1">
              <a:rPr lang="ja-JP" altLang="en-US" smtClean="0"/>
              <a:t>2026/7/30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56107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0" y="2"/>
            <a:ext cx="12192000" cy="415922"/>
          </a:xfrm>
          <a:prstGeom prst="rect">
            <a:avLst/>
          </a:prstGeom>
          <a:noFill/>
        </p:spPr>
        <p:txBody>
          <a:bodyPr vert="horz" lIns="91440" tIns="36000" rIns="91440" bIns="0" rtlCol="0" anchor="ctr">
            <a:noAutofit/>
          </a:bodyPr>
          <a:lstStyle/>
          <a:p>
            <a:pPr marL="0" lvl="0"/>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455376" y="6644300"/>
            <a:ext cx="998174" cy="219074"/>
          </a:xfrm>
          <a:prstGeom prst="rect">
            <a:avLst/>
          </a:prstGeom>
        </p:spPr>
        <p:txBody>
          <a:bodyPr vert="horz" lIns="91440" tIns="45720" rIns="91440" bIns="45720" rtlCol="0" anchor="ctr"/>
          <a:lstStyle>
            <a:lvl1pPr algn="l">
              <a:defRPr sz="1200">
                <a:solidFill>
                  <a:schemeClr val="tx1">
                    <a:tint val="75000"/>
                  </a:schemeClr>
                </a:solidFill>
              </a:defRPr>
            </a:lvl1pPr>
          </a:lstStyle>
          <a:p>
            <a:fld id="{63104393-1685-4095-A0C9-0BCC9CEEB897}" type="datetime1">
              <a:rPr kumimoji="1" lang="ja-JP" altLang="en-US" smtClean="0"/>
              <a:t>2026/7/30</a:t>
            </a:fld>
            <a:endParaRPr kumimoji="1" lang="ja-JP" altLang="en-US"/>
          </a:p>
        </p:txBody>
      </p:sp>
      <p:sp>
        <p:nvSpPr>
          <p:cNvPr id="6" name="スライド番号プレースホルダー 5"/>
          <p:cNvSpPr>
            <a:spLocks noGrp="1"/>
          </p:cNvSpPr>
          <p:nvPr>
            <p:ph type="sldNum" sz="quarter" idx="4"/>
          </p:nvPr>
        </p:nvSpPr>
        <p:spPr>
          <a:xfrm>
            <a:off x="11277600" y="6503374"/>
            <a:ext cx="914400" cy="360000"/>
          </a:xfrm>
          <a:prstGeom prst="rect">
            <a:avLst/>
          </a:prstGeom>
        </p:spPr>
        <p:txBody>
          <a:bodyPr vert="horz" lIns="0" tIns="0" rIns="0" bIns="0" rtlCol="0" anchor="b" anchorCtr="0"/>
          <a:lstStyle>
            <a:lvl1pPr algn="r">
              <a:defRPr sz="1400">
                <a:solidFill>
                  <a:schemeClr val="bg1">
                    <a:lumMod val="95000"/>
                  </a:schemeClr>
                </a:solidFill>
              </a:defRPr>
            </a:lvl1pPr>
          </a:lstStyle>
          <a:p>
            <a:fld id="{1F3A5AE6-BFCB-4F88-9D92-FE4DDA45BCC2}" type="slidenum">
              <a:rPr lang="ja-JP" altLang="en-US" smtClean="0"/>
              <a:pPr/>
              <a:t>‹#›</a:t>
            </a:fld>
            <a:endParaRPr lang="ja-JP" altLang="en-US"/>
          </a:p>
        </p:txBody>
      </p:sp>
      <p:sp>
        <p:nvSpPr>
          <p:cNvPr id="5" name="フッター プレースホルダー 4"/>
          <p:cNvSpPr>
            <a:spLocks noGrp="1"/>
          </p:cNvSpPr>
          <p:nvPr>
            <p:ph type="ftr" sz="quarter" idx="3"/>
          </p:nvPr>
        </p:nvSpPr>
        <p:spPr>
          <a:xfrm>
            <a:off x="5746750" y="6683374"/>
            <a:ext cx="4787900" cy="172387"/>
          </a:xfrm>
          <a:prstGeom prst="rect">
            <a:avLst/>
          </a:prstGeom>
        </p:spPr>
        <p:txBody>
          <a:bodyPr vert="horz" lIns="91440" tIns="45720" rIns="91440" bIns="45720" rtlCol="0" anchor="ctr"/>
          <a:lstStyle>
            <a:lvl1pPr algn="ctr">
              <a:defRPr sz="1200">
                <a:solidFill>
                  <a:schemeClr val="bg1">
                    <a:lumMod val="95000"/>
                  </a:schemeClr>
                </a:solidFill>
              </a:defRPr>
            </a:lvl1pPr>
          </a:lstStyle>
          <a:p>
            <a:endParaRPr lang="ja-JP" altLang="en-US"/>
          </a:p>
        </p:txBody>
      </p:sp>
      <p:sp>
        <p:nvSpPr>
          <p:cNvPr id="11" name="フッター プレースホルダー 4">
            <a:extLst>
              <a:ext uri="{FF2B5EF4-FFF2-40B4-BE49-F238E27FC236}">
                <a16:creationId xmlns:a16="http://schemas.microsoft.com/office/drawing/2014/main" id="{C8C73E93-C839-4B82-B0B4-3B0920DCC7BE}"/>
              </a:ext>
            </a:extLst>
          </p:cNvPr>
          <p:cNvSpPr txBox="1">
            <a:spLocks/>
          </p:cNvSpPr>
          <p:nvPr userDrawn="1"/>
        </p:nvSpPr>
        <p:spPr>
          <a:xfrm>
            <a:off x="0" y="6631068"/>
            <a:ext cx="338554" cy="276999"/>
          </a:xfrm>
          <a:prstGeom prst="rect">
            <a:avLst/>
          </a:prstGeom>
        </p:spPr>
        <p:txBody>
          <a:bodyPr vert="horz" wrap="none" lIns="91440" tIns="45720" rIns="91440" bIns="45720" rtlCol="0" anchor="ctr">
            <a:spAutoFit/>
          </a:bodyPr>
          <a:lstStyle>
            <a:defPPr>
              <a:defRPr lang="ja-JP"/>
            </a:defPPr>
            <a:lvl1pPr marL="0" algn="ctr" defTabSz="914400" rtl="0" eaLnBrk="1" latinLnBrk="0" hangingPunct="1">
              <a:defRPr kumimoji="1" sz="1200" kern="1200">
                <a:solidFill>
                  <a:schemeClr val="bg1">
                    <a:lumMod val="9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r>
              <a:rPr lang="ja-JP" altLang="en-US"/>
              <a:t>　</a:t>
            </a:r>
          </a:p>
        </p:txBody>
      </p:sp>
      <p:sp>
        <p:nvSpPr>
          <p:cNvPr id="7" name="Footer Placeholder 4">
            <a:extLst>
              <a:ext uri="{FF2B5EF4-FFF2-40B4-BE49-F238E27FC236}">
                <a16:creationId xmlns:a16="http://schemas.microsoft.com/office/drawing/2014/main" id="{A7780CDC-4BF9-0315-632B-5EDB666A8F5E}"/>
              </a:ext>
            </a:extLst>
          </p:cNvPr>
          <p:cNvSpPr txBox="1">
            <a:spLocks/>
          </p:cNvSpPr>
          <p:nvPr userDrawn="1"/>
        </p:nvSpPr>
        <p:spPr>
          <a:xfrm>
            <a:off x="0" y="6683374"/>
            <a:ext cx="4954463" cy="172387"/>
          </a:xfrm>
          <a:prstGeom prst="rect">
            <a:avLst/>
          </a:prstGeom>
        </p:spPr>
        <p:txBody>
          <a:bodyPr vert="horz" lIns="91440" tIns="45720" rIns="91440" bIns="45720" rtlCol="0" anchor="ctr"/>
          <a:lstStyle>
            <a:defPPr>
              <a:defRPr lang="en-US"/>
            </a:defPPr>
            <a:lvl1pPr marL="0" algn="l" defTabSz="457200" rtl="0" eaLnBrk="1" latinLnBrk="0" hangingPunct="1">
              <a:defRPr sz="1000" kern="1200" cap="all" baseline="0">
                <a:solidFill>
                  <a:schemeClr val="tx1">
                    <a:tint val="75000"/>
                  </a:schemeClr>
                </a:solidFill>
                <a:latin typeface="Calibri 本文"/>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b="1">
                <a:solidFill>
                  <a:srgbClr val="0070C0"/>
                </a:solidFill>
                <a:cs typeface="Arial Narrow" panose="020B0604020202020204" pitchFamily="34" charset="0"/>
              </a:rPr>
              <a:t>National Institute for Materials Science   |  </a:t>
            </a:r>
            <a:r>
              <a:rPr lang="en-US" altLang="ja-JP">
                <a:solidFill>
                  <a:srgbClr val="0070C0"/>
                </a:solidFill>
              </a:rPr>
              <a:t>Materials Data Platform</a:t>
            </a:r>
            <a:endParaRPr lang="ja-JP" altLang="en-US">
              <a:solidFill>
                <a:srgbClr val="0070C0"/>
              </a:solidFill>
            </a:endParaRPr>
          </a:p>
        </p:txBody>
      </p:sp>
    </p:spTree>
    <p:extLst>
      <p:ext uri="{BB962C8B-B14F-4D97-AF65-F5344CB8AC3E}">
        <p14:creationId xmlns:p14="http://schemas.microsoft.com/office/powerpoint/2010/main" val="3647680477"/>
      </p:ext>
    </p:extLst>
  </p:cSld>
  <p:clrMap bg1="lt1" tx1="dk1" bg2="lt2" tx2="dk2" accent1="accent1" accent2="accent2" accent3="accent3" accent4="accent4" accent5="accent5" accent6="accent6" hlink="hlink" folHlink="folHlink"/>
  <p:sldLayoutIdLst>
    <p:sldLayoutId id="2147483661" r:id="rId1"/>
    <p:sldLayoutId id="2147483666" r:id="rId2"/>
    <p:sldLayoutId id="2147483668" r:id="rId3"/>
    <p:sldLayoutId id="2147483669" r:id="rId4"/>
  </p:sldLayoutIdLst>
  <p:hf hdr="0" ftr="0" dt="0"/>
  <p:txStyles>
    <p:titleStyle>
      <a:lvl1pPr algn="ctr" defTabSz="914400" rtl="0" eaLnBrk="1" latinLnBrk="0" hangingPunct="1">
        <a:lnSpc>
          <a:spcPct val="90000"/>
        </a:lnSpc>
        <a:spcBef>
          <a:spcPct val="0"/>
        </a:spcBef>
        <a:buNone/>
        <a:defRPr kumimoji="1" lang="ja-JP" altLang="en-US" sz="2800" kern="1200" dirty="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016/j.elspec.2020.147003" TargetMode="External"/><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doi.org/10.1080/27660400.2022.2061878"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2D275E-3A9A-BFDD-C38F-9845AE89B968}"/>
              </a:ext>
            </a:extLst>
          </p:cNvPr>
          <p:cNvSpPr>
            <a:spLocks noGrp="1"/>
          </p:cNvSpPr>
          <p:nvPr>
            <p:ph type="ctrTitle"/>
          </p:nvPr>
        </p:nvSpPr>
        <p:spPr>
          <a:xfrm>
            <a:off x="1021492" y="1122363"/>
            <a:ext cx="10149016" cy="2387600"/>
          </a:xfrm>
        </p:spPr>
        <p:txBody>
          <a:bodyPr/>
          <a:lstStyle/>
          <a:p>
            <a:r>
              <a:rPr lang="ja-JP" altLang="en-US" sz="3600" dirty="0"/>
              <a:t>参照スペクトルを用いた化合物比推定 </a:t>
            </a:r>
            <a:r>
              <a:rPr lang="en-US" altLang="ja-JP" sz="3600" dirty="0" err="1"/>
              <a:t>src</a:t>
            </a:r>
            <a:r>
              <a:rPr lang="ja-JP" altLang="en-US" sz="3600" dirty="0"/>
              <a:t>版</a:t>
            </a:r>
            <a:br>
              <a:rPr lang="en-US" altLang="ja-JP" sz="3600" dirty="0"/>
            </a:br>
            <a:r>
              <a:rPr lang="en-US" altLang="ja-JP" sz="3600" dirty="0"/>
              <a:t>Version 1.0</a:t>
            </a:r>
            <a:br>
              <a:rPr kumimoji="1" lang="en-US" altLang="ja-JP" sz="3600" dirty="0"/>
            </a:br>
            <a:r>
              <a:rPr kumimoji="1" lang="en-US" altLang="ja-JP" sz="3600" dirty="0"/>
              <a:t>Tutorial</a:t>
            </a:r>
            <a:endParaRPr kumimoji="1" lang="ja-JP" altLang="en-US" sz="3600" dirty="0"/>
          </a:p>
        </p:txBody>
      </p:sp>
      <p:sp>
        <p:nvSpPr>
          <p:cNvPr id="3" name="字幕 2">
            <a:extLst>
              <a:ext uri="{FF2B5EF4-FFF2-40B4-BE49-F238E27FC236}">
                <a16:creationId xmlns:a16="http://schemas.microsoft.com/office/drawing/2014/main" id="{EA8DA8F3-BCA4-72DA-81E8-71801622D9B1}"/>
              </a:ext>
            </a:extLst>
          </p:cNvPr>
          <p:cNvSpPr>
            <a:spLocks noGrp="1"/>
          </p:cNvSpPr>
          <p:nvPr>
            <p:ph type="subTitle" idx="1"/>
          </p:nvPr>
        </p:nvSpPr>
        <p:spPr/>
        <p:txBody>
          <a:bodyPr>
            <a:normAutofit fontScale="77500" lnSpcReduction="20000"/>
          </a:bodyPr>
          <a:lstStyle/>
          <a:p>
            <a:r>
              <a:rPr kumimoji="1" lang="en-US" altLang="ja-JP" dirty="0"/>
              <a:t>NIMS</a:t>
            </a:r>
            <a:r>
              <a:rPr kumimoji="1" lang="ja-JP" altLang="en-US" dirty="0"/>
              <a:t> 技術開発・共用部門 材料データプラットフォーム</a:t>
            </a:r>
            <a:endParaRPr kumimoji="1" lang="en-US" altLang="ja-JP" dirty="0"/>
          </a:p>
          <a:p>
            <a:r>
              <a:rPr kumimoji="1" lang="ja-JP" altLang="en-US" dirty="0"/>
              <a:t>データ活用ユニット</a:t>
            </a:r>
            <a:endParaRPr kumimoji="1" lang="en-US" altLang="ja-JP" dirty="0"/>
          </a:p>
          <a:p>
            <a:r>
              <a:rPr kumimoji="1" lang="ja-JP" altLang="en-US" dirty="0"/>
              <a:t>篠塚寛志</a:t>
            </a:r>
            <a:endParaRPr kumimoji="1" lang="en-US" altLang="ja-JP" dirty="0"/>
          </a:p>
          <a:p>
            <a:endParaRPr lang="en-US" altLang="ja-JP" dirty="0"/>
          </a:p>
          <a:p>
            <a:r>
              <a:rPr lang="en-US" altLang="ja-JP" dirty="0"/>
              <a:t>2026/07/30</a:t>
            </a:r>
            <a:endParaRPr kumimoji="1" lang="ja-JP" altLang="en-US" dirty="0"/>
          </a:p>
        </p:txBody>
      </p:sp>
      <p:sp>
        <p:nvSpPr>
          <p:cNvPr id="4" name="スライド番号プレースホルダー 3">
            <a:extLst>
              <a:ext uri="{FF2B5EF4-FFF2-40B4-BE49-F238E27FC236}">
                <a16:creationId xmlns:a16="http://schemas.microsoft.com/office/drawing/2014/main" id="{ED0275C6-7EC8-6855-A977-71869E612237}"/>
              </a:ext>
            </a:extLst>
          </p:cNvPr>
          <p:cNvSpPr>
            <a:spLocks noGrp="1"/>
          </p:cNvSpPr>
          <p:nvPr>
            <p:ph type="sldNum" sz="quarter" idx="12"/>
          </p:nvPr>
        </p:nvSpPr>
        <p:spPr/>
        <p:txBody>
          <a:bodyPr/>
          <a:lstStyle/>
          <a:p>
            <a:fld id="{1F3A5AE6-BFCB-4F88-9D92-FE4DDA45BCC2}" type="slidenum">
              <a:rPr lang="ja-JP" altLang="en-US" smtClean="0"/>
              <a:pPr/>
              <a:t>1</a:t>
            </a:fld>
            <a:endParaRPr lang="ja-JP" altLang="en-US"/>
          </a:p>
        </p:txBody>
      </p:sp>
    </p:spTree>
    <p:extLst>
      <p:ext uri="{BB962C8B-B14F-4D97-AF65-F5344CB8AC3E}">
        <p14:creationId xmlns:p14="http://schemas.microsoft.com/office/powerpoint/2010/main" val="369710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C5098E-39E8-0241-1BDF-029A24AF101A}"/>
              </a:ext>
            </a:extLst>
          </p:cNvPr>
          <p:cNvSpPr>
            <a:spLocks noGrp="1"/>
          </p:cNvSpPr>
          <p:nvPr>
            <p:ph type="title"/>
          </p:nvPr>
        </p:nvSpPr>
        <p:spPr/>
        <p:txBody>
          <a:bodyPr/>
          <a:lstStyle/>
          <a:p>
            <a:r>
              <a:rPr lang="ja-JP" altLang="en-US"/>
              <a:t>目次</a:t>
            </a:r>
            <a:endParaRPr kumimoji="1" lang="ja-JP" altLang="en-US"/>
          </a:p>
        </p:txBody>
      </p:sp>
      <p:sp>
        <p:nvSpPr>
          <p:cNvPr id="3" name="スライド番号プレースホルダー 2">
            <a:extLst>
              <a:ext uri="{FF2B5EF4-FFF2-40B4-BE49-F238E27FC236}">
                <a16:creationId xmlns:a16="http://schemas.microsoft.com/office/drawing/2014/main" id="{332F1D28-66FD-77D1-A066-D546FA27E773}"/>
              </a:ext>
            </a:extLst>
          </p:cNvPr>
          <p:cNvSpPr>
            <a:spLocks noGrp="1"/>
          </p:cNvSpPr>
          <p:nvPr>
            <p:ph type="sldNum" sz="quarter" idx="12"/>
          </p:nvPr>
        </p:nvSpPr>
        <p:spPr/>
        <p:txBody>
          <a:bodyPr/>
          <a:lstStyle/>
          <a:p>
            <a:fld id="{1F3A5AE6-BFCB-4F88-9D92-FE4DDA45BCC2}" type="slidenum">
              <a:rPr lang="ja-JP" altLang="en-US" smtClean="0"/>
              <a:pPr/>
              <a:t>2</a:t>
            </a:fld>
            <a:endParaRPr lang="ja-JP" altLang="en-US"/>
          </a:p>
        </p:txBody>
      </p:sp>
      <p:sp>
        <p:nvSpPr>
          <p:cNvPr id="4" name="テキスト ボックス 3">
            <a:extLst>
              <a:ext uri="{FF2B5EF4-FFF2-40B4-BE49-F238E27FC236}">
                <a16:creationId xmlns:a16="http://schemas.microsoft.com/office/drawing/2014/main" id="{829C614C-B64A-798B-0C02-10F4E2493F68}"/>
              </a:ext>
            </a:extLst>
          </p:cNvPr>
          <p:cNvSpPr txBox="1"/>
          <p:nvPr/>
        </p:nvSpPr>
        <p:spPr>
          <a:xfrm>
            <a:off x="1274618" y="1154545"/>
            <a:ext cx="2627642" cy="1384995"/>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sz="2800" dirty="0"/>
              <a:t>概要</a:t>
            </a:r>
            <a:endParaRPr kumimoji="1" lang="en-US" altLang="ja-JP" sz="2800" dirty="0"/>
          </a:p>
          <a:p>
            <a:pPr marL="285750" indent="-285750">
              <a:buFont typeface="Arial" panose="020B0604020202020204" pitchFamily="34" charset="0"/>
              <a:buChar char="•"/>
            </a:pPr>
            <a:r>
              <a:rPr lang="ja-JP" altLang="en-US" sz="2800" dirty="0"/>
              <a:t>入力ファイル</a:t>
            </a:r>
            <a:endParaRPr lang="en-US" altLang="ja-JP" sz="2800" dirty="0"/>
          </a:p>
          <a:p>
            <a:pPr marL="285750" indent="-285750">
              <a:buFont typeface="Arial" panose="020B0604020202020204" pitchFamily="34" charset="0"/>
              <a:buChar char="•"/>
            </a:pPr>
            <a:r>
              <a:rPr lang="ja-JP" altLang="en-US" sz="2800" dirty="0"/>
              <a:t>出力ファイル</a:t>
            </a:r>
            <a:endParaRPr lang="en-US" altLang="ja-JP" sz="2800" dirty="0"/>
          </a:p>
        </p:txBody>
      </p:sp>
    </p:spTree>
    <p:extLst>
      <p:ext uri="{BB962C8B-B14F-4D97-AF65-F5344CB8AC3E}">
        <p14:creationId xmlns:p14="http://schemas.microsoft.com/office/powerpoint/2010/main" val="1021861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5350F-5743-493C-23D9-A25CECF009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31F238-D553-6641-E244-DECB9D31201A}"/>
              </a:ext>
            </a:extLst>
          </p:cNvPr>
          <p:cNvSpPr>
            <a:spLocks noGrp="1"/>
          </p:cNvSpPr>
          <p:nvPr>
            <p:ph type="title"/>
          </p:nvPr>
        </p:nvSpPr>
        <p:spPr/>
        <p:txBody>
          <a:bodyPr/>
          <a:lstStyle/>
          <a:p>
            <a:r>
              <a:rPr kumimoji="1" lang="ja-JP" altLang="en-US"/>
              <a:t>概要．何ができるか</a:t>
            </a:r>
          </a:p>
        </p:txBody>
      </p:sp>
      <p:sp>
        <p:nvSpPr>
          <p:cNvPr id="3" name="スライド番号プレースホルダー 2">
            <a:extLst>
              <a:ext uri="{FF2B5EF4-FFF2-40B4-BE49-F238E27FC236}">
                <a16:creationId xmlns:a16="http://schemas.microsoft.com/office/drawing/2014/main" id="{3ABEE0C7-3D57-F4F8-BDA2-241FAE057ABA}"/>
              </a:ext>
            </a:extLst>
          </p:cNvPr>
          <p:cNvSpPr>
            <a:spLocks noGrp="1"/>
          </p:cNvSpPr>
          <p:nvPr>
            <p:ph type="sldNum" sz="quarter" idx="12"/>
          </p:nvPr>
        </p:nvSpPr>
        <p:spPr/>
        <p:txBody>
          <a:bodyPr/>
          <a:lstStyle/>
          <a:p>
            <a:fld id="{1F3A5AE6-BFCB-4F88-9D92-FE4DDA45BCC2}" type="slidenum">
              <a:rPr lang="ja-JP" altLang="en-US" smtClean="0"/>
              <a:pPr/>
              <a:t>3</a:t>
            </a:fld>
            <a:endParaRPr lang="ja-JP" altLang="en-US"/>
          </a:p>
        </p:txBody>
      </p:sp>
      <p:sp>
        <p:nvSpPr>
          <p:cNvPr id="5" name="テキスト ボックス 4">
            <a:extLst>
              <a:ext uri="{FF2B5EF4-FFF2-40B4-BE49-F238E27FC236}">
                <a16:creationId xmlns:a16="http://schemas.microsoft.com/office/drawing/2014/main" id="{9ADEF6A2-C3FF-A604-D9B6-02BC97956C8D}"/>
              </a:ext>
            </a:extLst>
          </p:cNvPr>
          <p:cNvSpPr txBox="1"/>
          <p:nvPr/>
        </p:nvSpPr>
        <p:spPr>
          <a:xfrm>
            <a:off x="218061" y="537812"/>
            <a:ext cx="11755878" cy="646331"/>
          </a:xfrm>
          <a:prstGeom prst="rect">
            <a:avLst/>
          </a:prstGeom>
          <a:noFill/>
        </p:spPr>
        <p:txBody>
          <a:bodyPr wrap="square">
            <a:spAutoFit/>
          </a:bodyPr>
          <a:lstStyle/>
          <a:p>
            <a:r>
              <a:rPr lang="ja-JP" altLang="en-US"/>
              <a:t>参照スペクトルを用いて</a:t>
            </a:r>
            <a:r>
              <a:rPr lang="en-US" altLang="ja-JP"/>
              <a:t>XPS</a:t>
            </a:r>
            <a:r>
              <a:rPr lang="ja-JP" altLang="en-US"/>
              <a:t>スペクトルを解析し，試料中に含まれる化合物比を推定する．</a:t>
            </a:r>
            <a:endParaRPr lang="en-US" altLang="ja-JP"/>
          </a:p>
          <a:p>
            <a:r>
              <a:rPr lang="ja-JP" altLang="en-US"/>
              <a:t>複数のエネルギー準位のスペクトルを統合して解析をすることができる．</a:t>
            </a:r>
          </a:p>
        </p:txBody>
      </p:sp>
      <p:sp>
        <p:nvSpPr>
          <p:cNvPr id="6" name="テキスト ボックス 5">
            <a:extLst>
              <a:ext uri="{FF2B5EF4-FFF2-40B4-BE49-F238E27FC236}">
                <a16:creationId xmlns:a16="http://schemas.microsoft.com/office/drawing/2014/main" id="{8782DF69-4CF1-88B2-04F4-5AB81F97B825}"/>
              </a:ext>
            </a:extLst>
          </p:cNvPr>
          <p:cNvSpPr txBox="1"/>
          <p:nvPr/>
        </p:nvSpPr>
        <p:spPr>
          <a:xfrm>
            <a:off x="475621" y="6224136"/>
            <a:ext cx="11435256" cy="461665"/>
          </a:xfrm>
          <a:prstGeom prst="rect">
            <a:avLst/>
          </a:prstGeom>
          <a:noFill/>
        </p:spPr>
        <p:txBody>
          <a:bodyPr wrap="square">
            <a:spAutoFit/>
          </a:bodyPr>
          <a:lstStyle/>
          <a:p>
            <a:r>
              <a:rPr lang="en-US" altLang="ja-JP" sz="1200" dirty="0"/>
              <a:t>[1] R. Murakami et al., Journal of Electron Spectroscopy and Related Phenomena. 245 (2020) 147003. </a:t>
            </a:r>
            <a:r>
              <a:rPr lang="en-US" altLang="ja-JP" sz="1200" dirty="0">
                <a:hlinkClick r:id="rId3"/>
              </a:rPr>
              <a:t>https://doi.org/10.1016/j.elspec.2020.147003</a:t>
            </a:r>
            <a:r>
              <a:rPr lang="en-US" altLang="ja-JP" sz="1200" dirty="0"/>
              <a:t>.</a:t>
            </a:r>
            <a:r>
              <a:rPr lang="ja-JP" altLang="en-US" sz="1200" dirty="0"/>
              <a:t> </a:t>
            </a:r>
            <a:endParaRPr lang="en-US" altLang="ja-JP" sz="1200" dirty="0"/>
          </a:p>
          <a:p>
            <a:r>
              <a:rPr lang="en-US" altLang="ja-JP" sz="1200" dirty="0"/>
              <a:t>[2] R. Murakami et al., Science and Technology of Advanced Materials: Methods. 2 (2022) 91–105. </a:t>
            </a:r>
            <a:r>
              <a:rPr lang="en-US" altLang="ja-JP" sz="1200" dirty="0">
                <a:hlinkClick r:id="rId4"/>
              </a:rPr>
              <a:t>https://doi.org/10.1080/27660400.2022.2061878</a:t>
            </a:r>
            <a:r>
              <a:rPr lang="en-US" altLang="ja-JP" sz="1200" dirty="0"/>
              <a:t>.</a:t>
            </a:r>
            <a:r>
              <a:rPr lang="ja-JP" altLang="en-US" sz="1200" dirty="0"/>
              <a:t> </a:t>
            </a:r>
          </a:p>
        </p:txBody>
      </p:sp>
      <p:pic>
        <p:nvPicPr>
          <p:cNvPr id="4" name="図 3">
            <a:extLst>
              <a:ext uri="{FF2B5EF4-FFF2-40B4-BE49-F238E27FC236}">
                <a16:creationId xmlns:a16="http://schemas.microsoft.com/office/drawing/2014/main" id="{9653C2BE-4819-AA24-F95C-D4B7D14DE6DF}"/>
              </a:ext>
            </a:extLst>
          </p:cNvPr>
          <p:cNvPicPr>
            <a:picLocks noChangeAspect="1"/>
          </p:cNvPicPr>
          <p:nvPr/>
        </p:nvPicPr>
        <p:blipFill>
          <a:blip r:embed="rId5"/>
          <a:stretch>
            <a:fillRect/>
          </a:stretch>
        </p:blipFill>
        <p:spPr>
          <a:xfrm>
            <a:off x="444509" y="1324967"/>
            <a:ext cx="3344438" cy="4838662"/>
          </a:xfrm>
          <a:prstGeom prst="rect">
            <a:avLst/>
          </a:prstGeom>
        </p:spPr>
      </p:pic>
      <p:grpSp>
        <p:nvGrpSpPr>
          <p:cNvPr id="27" name="グループ化 26">
            <a:extLst>
              <a:ext uri="{FF2B5EF4-FFF2-40B4-BE49-F238E27FC236}">
                <a16:creationId xmlns:a16="http://schemas.microsoft.com/office/drawing/2014/main" id="{28150366-6351-1E70-9831-D3E9BFC49053}"/>
              </a:ext>
            </a:extLst>
          </p:cNvPr>
          <p:cNvGrpSpPr/>
          <p:nvPr/>
        </p:nvGrpSpPr>
        <p:grpSpPr>
          <a:xfrm>
            <a:off x="4954521" y="2219487"/>
            <a:ext cx="6698794" cy="2512048"/>
            <a:chOff x="6719927" y="1453013"/>
            <a:chExt cx="3366256" cy="1262346"/>
          </a:xfrm>
        </p:grpSpPr>
        <p:pic>
          <p:nvPicPr>
            <p:cNvPr id="8" name="Picture 10">
              <a:extLst>
                <a:ext uri="{FF2B5EF4-FFF2-40B4-BE49-F238E27FC236}">
                  <a16:creationId xmlns:a16="http://schemas.microsoft.com/office/drawing/2014/main" id="{F4D79FD0-5A85-1BE1-1A88-ED21F8EA317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719927" y="1453013"/>
              <a:ext cx="1683128" cy="1262346"/>
            </a:xfrm>
            <a:prstGeom prst="rect">
              <a:avLst/>
            </a:prstGeom>
          </p:spPr>
        </p:pic>
        <p:pic>
          <p:nvPicPr>
            <p:cNvPr id="9" name="Picture 11">
              <a:extLst>
                <a:ext uri="{FF2B5EF4-FFF2-40B4-BE49-F238E27FC236}">
                  <a16:creationId xmlns:a16="http://schemas.microsoft.com/office/drawing/2014/main" id="{A055BEC3-43CE-9436-87BC-7607D316440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403055" y="1453013"/>
              <a:ext cx="1683128" cy="1262346"/>
            </a:xfrm>
            <a:prstGeom prst="rect">
              <a:avLst/>
            </a:prstGeom>
          </p:spPr>
        </p:pic>
      </p:grpSp>
      <p:sp>
        <p:nvSpPr>
          <p:cNvPr id="19" name="矢印: 右 18">
            <a:extLst>
              <a:ext uri="{FF2B5EF4-FFF2-40B4-BE49-F238E27FC236}">
                <a16:creationId xmlns:a16="http://schemas.microsoft.com/office/drawing/2014/main" id="{9E534E49-2FA6-94F1-BB8E-2D5F9F6AE03A}"/>
              </a:ext>
            </a:extLst>
          </p:cNvPr>
          <p:cNvSpPr/>
          <p:nvPr/>
        </p:nvSpPr>
        <p:spPr>
          <a:xfrm>
            <a:off x="3870665" y="3068023"/>
            <a:ext cx="695325" cy="1352550"/>
          </a:xfrm>
          <a:prstGeom prst="rightArrow">
            <a:avLst/>
          </a:prstGeom>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endParaRPr kumimoji="1" lang="ja-JP" altLang="en-US" sz="2000"/>
          </a:p>
        </p:txBody>
      </p:sp>
      <p:sp>
        <p:nvSpPr>
          <p:cNvPr id="20" name="テキスト ボックス 19">
            <a:extLst>
              <a:ext uri="{FF2B5EF4-FFF2-40B4-BE49-F238E27FC236}">
                <a16:creationId xmlns:a16="http://schemas.microsoft.com/office/drawing/2014/main" id="{82A82987-A086-EB0C-BE1F-7A723454194A}"/>
              </a:ext>
            </a:extLst>
          </p:cNvPr>
          <p:cNvSpPr txBox="1"/>
          <p:nvPr/>
        </p:nvSpPr>
        <p:spPr>
          <a:xfrm>
            <a:off x="5992227" y="1839060"/>
            <a:ext cx="4623382" cy="338554"/>
          </a:xfrm>
          <a:prstGeom prst="rect">
            <a:avLst/>
          </a:prstGeom>
          <a:noFill/>
        </p:spPr>
        <p:txBody>
          <a:bodyPr wrap="none" rtlCol="0">
            <a:spAutoFit/>
          </a:bodyPr>
          <a:lstStyle/>
          <a:p>
            <a:r>
              <a:rPr lang="ja-JP" altLang="en-US" sz="1600"/>
              <a:t>銅酸化膜の</a:t>
            </a:r>
            <a:r>
              <a:rPr lang="en-US" altLang="ja-JP" sz="1600"/>
              <a:t>Cu2p, </a:t>
            </a:r>
            <a:r>
              <a:rPr lang="en-US" altLang="ja-JP" sz="1600" err="1"/>
              <a:t>CuLMM</a:t>
            </a:r>
            <a:r>
              <a:rPr lang="ja-JP" altLang="en-US" sz="1600"/>
              <a:t>スペクトルの統合解析</a:t>
            </a:r>
            <a:endParaRPr kumimoji="1" lang="ja-JP" altLang="en-US" sz="1600"/>
          </a:p>
        </p:txBody>
      </p:sp>
      <p:sp>
        <p:nvSpPr>
          <p:cNvPr id="25" name="テキスト ボックス 24">
            <a:extLst>
              <a:ext uri="{FF2B5EF4-FFF2-40B4-BE49-F238E27FC236}">
                <a16:creationId xmlns:a16="http://schemas.microsoft.com/office/drawing/2014/main" id="{0E9E106E-0793-B5D3-CED7-53379FF0E9A3}"/>
              </a:ext>
            </a:extLst>
          </p:cNvPr>
          <p:cNvSpPr txBox="1"/>
          <p:nvPr/>
        </p:nvSpPr>
        <p:spPr>
          <a:xfrm>
            <a:off x="1096924" y="1116679"/>
            <a:ext cx="2031325" cy="276999"/>
          </a:xfrm>
          <a:prstGeom prst="rect">
            <a:avLst/>
          </a:prstGeom>
          <a:noFill/>
        </p:spPr>
        <p:txBody>
          <a:bodyPr wrap="none" rtlCol="0">
            <a:spAutoFit/>
          </a:bodyPr>
          <a:lstStyle/>
          <a:p>
            <a:r>
              <a:rPr lang="ja-JP" altLang="en-US" sz="1200"/>
              <a:t>標準試料の参照スペクトル</a:t>
            </a:r>
            <a:endParaRPr kumimoji="1" lang="ja-JP" altLang="en-US" sz="1200"/>
          </a:p>
        </p:txBody>
      </p:sp>
      <p:sp>
        <p:nvSpPr>
          <p:cNvPr id="15" name="テキスト ボックス 14">
            <a:extLst>
              <a:ext uri="{FF2B5EF4-FFF2-40B4-BE49-F238E27FC236}">
                <a16:creationId xmlns:a16="http://schemas.microsoft.com/office/drawing/2014/main" id="{4BB30A05-B530-AE1C-AF40-8B4F9932DEA2}"/>
              </a:ext>
            </a:extLst>
          </p:cNvPr>
          <p:cNvSpPr txBox="1"/>
          <p:nvPr/>
        </p:nvSpPr>
        <p:spPr>
          <a:xfrm>
            <a:off x="7659101" y="4654794"/>
            <a:ext cx="1487908" cy="1077218"/>
          </a:xfrm>
          <a:prstGeom prst="rect">
            <a:avLst/>
          </a:prstGeom>
          <a:noFill/>
        </p:spPr>
        <p:txBody>
          <a:bodyPr wrap="none" rtlCol="0">
            <a:spAutoFit/>
          </a:bodyPr>
          <a:lstStyle/>
          <a:p>
            <a:r>
              <a:rPr lang="en-US" altLang="ja-JP" sz="1600"/>
              <a:t>Cu: 0%</a:t>
            </a:r>
          </a:p>
          <a:p>
            <a:r>
              <a:rPr lang="en-US" altLang="ja-JP" sz="1600"/>
              <a:t>Cu</a:t>
            </a:r>
            <a:r>
              <a:rPr lang="en-US" altLang="ja-JP" sz="1600" baseline="-25000"/>
              <a:t>2</a:t>
            </a:r>
            <a:r>
              <a:rPr lang="en-US" altLang="ja-JP" sz="1600"/>
              <a:t>O: 31% </a:t>
            </a:r>
          </a:p>
          <a:p>
            <a:r>
              <a:rPr lang="en-US" altLang="ja-JP" sz="1600" err="1"/>
              <a:t>CuO</a:t>
            </a:r>
            <a:r>
              <a:rPr lang="en-US" altLang="ja-JP" sz="1600"/>
              <a:t>: 31%</a:t>
            </a:r>
          </a:p>
          <a:p>
            <a:r>
              <a:rPr lang="en-US" altLang="ja-JP" sz="1600"/>
              <a:t>Cu(OH)</a:t>
            </a:r>
            <a:r>
              <a:rPr lang="en-US" altLang="ja-JP" sz="1600" baseline="-25000"/>
              <a:t>2</a:t>
            </a:r>
            <a:r>
              <a:rPr lang="en-US" altLang="ja-JP" sz="1600"/>
              <a:t>: 38%</a:t>
            </a:r>
            <a:endParaRPr kumimoji="1" lang="ja-JP" altLang="en-US" sz="1600"/>
          </a:p>
        </p:txBody>
      </p:sp>
    </p:spTree>
    <p:extLst>
      <p:ext uri="{BB962C8B-B14F-4D97-AF65-F5344CB8AC3E}">
        <p14:creationId xmlns:p14="http://schemas.microsoft.com/office/powerpoint/2010/main" val="1461539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C966A-0995-2EF0-3A92-1FAA002CB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DC1B5C-D480-78BD-91B8-056055B58A12}"/>
              </a:ext>
            </a:extLst>
          </p:cNvPr>
          <p:cNvSpPr>
            <a:spLocks noGrp="1"/>
          </p:cNvSpPr>
          <p:nvPr>
            <p:ph type="title"/>
          </p:nvPr>
        </p:nvSpPr>
        <p:spPr/>
        <p:txBody>
          <a:bodyPr/>
          <a:lstStyle/>
          <a:p>
            <a:r>
              <a:rPr kumimoji="1" lang="ja-JP" altLang="en-US"/>
              <a:t>入力ファイル</a:t>
            </a:r>
          </a:p>
        </p:txBody>
      </p:sp>
      <p:sp>
        <p:nvSpPr>
          <p:cNvPr id="3" name="スライド番号プレースホルダー 2">
            <a:extLst>
              <a:ext uri="{FF2B5EF4-FFF2-40B4-BE49-F238E27FC236}">
                <a16:creationId xmlns:a16="http://schemas.microsoft.com/office/drawing/2014/main" id="{8E7B6514-8724-E5B4-DA70-0F30D551DF6A}"/>
              </a:ext>
            </a:extLst>
          </p:cNvPr>
          <p:cNvSpPr>
            <a:spLocks noGrp="1"/>
          </p:cNvSpPr>
          <p:nvPr>
            <p:ph type="sldNum" sz="quarter" idx="12"/>
          </p:nvPr>
        </p:nvSpPr>
        <p:spPr/>
        <p:txBody>
          <a:bodyPr/>
          <a:lstStyle/>
          <a:p>
            <a:fld id="{1F3A5AE6-BFCB-4F88-9D92-FE4DDA45BCC2}" type="slidenum">
              <a:rPr lang="ja-JP" altLang="en-US" smtClean="0"/>
              <a:pPr/>
              <a:t>4</a:t>
            </a:fld>
            <a:endParaRPr lang="ja-JP" altLang="en-US"/>
          </a:p>
        </p:txBody>
      </p:sp>
      <p:sp>
        <p:nvSpPr>
          <p:cNvPr id="4" name="テキスト ボックス 3">
            <a:extLst>
              <a:ext uri="{FF2B5EF4-FFF2-40B4-BE49-F238E27FC236}">
                <a16:creationId xmlns:a16="http://schemas.microsoft.com/office/drawing/2014/main" id="{F6155F90-A4E4-F73C-85CF-21E95E766563}"/>
              </a:ext>
            </a:extLst>
          </p:cNvPr>
          <p:cNvSpPr txBox="1"/>
          <p:nvPr/>
        </p:nvSpPr>
        <p:spPr>
          <a:xfrm>
            <a:off x="449942" y="565012"/>
            <a:ext cx="11408683" cy="6186309"/>
          </a:xfrm>
          <a:prstGeom prst="rect">
            <a:avLst/>
          </a:prstGeom>
          <a:noFill/>
        </p:spPr>
        <p:txBody>
          <a:bodyPr wrap="square">
            <a:spAutoFit/>
          </a:bodyPr>
          <a:lstStyle/>
          <a:p>
            <a:r>
              <a:rPr lang="ja-JP" altLang="en-US" dirty="0"/>
              <a:t>設定ファイルと参照スペクトルファイルを</a:t>
            </a:r>
            <a:r>
              <a:rPr lang="en-US" altLang="ja-JP" dirty="0"/>
              <a:t>1</a:t>
            </a:r>
            <a:r>
              <a:rPr lang="ja-JP" altLang="en-US" dirty="0"/>
              <a:t>つずつ，および解析対象のスペクトルデータファイルを</a:t>
            </a:r>
            <a:r>
              <a:rPr lang="en-US" altLang="ja-JP" dirty="0"/>
              <a:t>1</a:t>
            </a:r>
            <a:r>
              <a:rPr lang="ja-JP" altLang="en-US" dirty="0"/>
              <a:t>つ以上含むこと．</a:t>
            </a:r>
            <a:endParaRPr lang="en-US" altLang="ja-JP" dirty="0"/>
          </a:p>
          <a:p>
            <a:endParaRPr lang="en-US" altLang="ja-JP" dirty="0"/>
          </a:p>
          <a:p>
            <a:pPr marL="342900" indent="-342900">
              <a:buFont typeface="+mj-lt"/>
              <a:buAutoNum type="arabicPeriod"/>
            </a:pPr>
            <a:r>
              <a:rPr lang="ja-JP" altLang="en-US" dirty="0"/>
              <a:t>設定ファイル</a:t>
            </a:r>
            <a:endParaRPr lang="en-US" altLang="ja-JP" dirty="0"/>
          </a:p>
          <a:p>
            <a:pPr marL="742950" lvl="1" indent="-285750">
              <a:buFont typeface="Arial" panose="020B0604020202020204" pitchFamily="34" charset="0"/>
              <a:buChar char="•"/>
            </a:pPr>
            <a:r>
              <a:rPr lang="ja-JP" altLang="en-US" dirty="0"/>
              <a:t>ファイル名のルール： </a:t>
            </a:r>
            <a:r>
              <a:rPr lang="en-US" altLang="ja-JP" dirty="0" err="1"/>
              <a:t>config.json</a:t>
            </a:r>
            <a:endParaRPr lang="en-US" altLang="ja-JP" dirty="0"/>
          </a:p>
          <a:p>
            <a:pPr marL="742950" lvl="1" indent="-285750">
              <a:buFont typeface="Arial" panose="020B0604020202020204" pitchFamily="34" charset="0"/>
              <a:buChar char="•"/>
            </a:pPr>
            <a:r>
              <a:rPr lang="en-US" altLang="ja-JP" dirty="0"/>
              <a:t>Json</a:t>
            </a:r>
            <a:r>
              <a:rPr lang="ja-JP" altLang="en-US" dirty="0"/>
              <a:t>形式であること．</a:t>
            </a:r>
            <a:endParaRPr lang="en-US" altLang="ja-JP" dirty="0"/>
          </a:p>
          <a:p>
            <a:pPr marL="742950" lvl="1" indent="-285750">
              <a:buFont typeface="Arial" panose="020B0604020202020204" pitchFamily="34" charset="0"/>
              <a:buChar char="•"/>
            </a:pPr>
            <a:r>
              <a:rPr lang="ja-JP" altLang="en-US" dirty="0"/>
              <a:t>詳細は後述する．</a:t>
            </a:r>
          </a:p>
          <a:p>
            <a:pPr marL="342900" indent="-342900">
              <a:buFont typeface="+mj-lt"/>
              <a:buAutoNum type="arabicPeriod"/>
            </a:pPr>
            <a:r>
              <a:rPr lang="ja-JP" altLang="en-US" dirty="0"/>
              <a:t>参照スペクトルファイル</a:t>
            </a:r>
            <a:endParaRPr lang="en-US" altLang="ja-JP" dirty="0"/>
          </a:p>
          <a:p>
            <a:pPr marL="742950" lvl="1" indent="-285750">
              <a:buFont typeface="Arial" panose="020B0604020202020204" pitchFamily="34" charset="0"/>
              <a:buChar char="•"/>
            </a:pPr>
            <a:r>
              <a:rPr lang="ja-JP" altLang="en-US" dirty="0"/>
              <a:t>ファイル名のルール： </a:t>
            </a:r>
            <a:r>
              <a:rPr lang="en-US" altLang="ja-JP" dirty="0"/>
              <a:t>reference.csv</a:t>
            </a:r>
          </a:p>
          <a:p>
            <a:pPr marL="742950" lvl="1" indent="-285750">
              <a:buFont typeface="Arial" panose="020B0604020202020204" pitchFamily="34" charset="0"/>
              <a:buChar char="•"/>
            </a:pPr>
            <a:r>
              <a:rPr lang="ja-JP" altLang="en-US" dirty="0"/>
              <a:t>詳細は後述する．</a:t>
            </a:r>
          </a:p>
          <a:p>
            <a:pPr marL="342900" indent="-342900">
              <a:buFont typeface="+mj-lt"/>
              <a:buAutoNum type="arabicPeriod"/>
            </a:pPr>
            <a:r>
              <a:rPr lang="ja-JP" altLang="en-US" dirty="0"/>
              <a:t>スペクトルデータファイル</a:t>
            </a:r>
            <a:endParaRPr lang="en-US" altLang="ja-JP" dirty="0"/>
          </a:p>
          <a:p>
            <a:pPr marL="742950" lvl="1" indent="-285750">
              <a:buFont typeface="Arial" panose="020B0604020202020204" pitchFamily="34" charset="0"/>
              <a:buChar char="•"/>
            </a:pPr>
            <a:r>
              <a:rPr lang="ja-JP" altLang="en-US" dirty="0"/>
              <a:t>ファイル名のルール： </a:t>
            </a:r>
            <a:r>
              <a:rPr lang="en-US" altLang="ja-JP" dirty="0"/>
              <a:t>&lt;series name&gt;_&lt;arbitrary label&gt;.csv</a:t>
            </a:r>
          </a:p>
          <a:p>
            <a:pPr marL="742950" lvl="1" indent="-285750">
              <a:buFont typeface="Arial" panose="020B0604020202020204" pitchFamily="34" charset="0"/>
              <a:buChar char="•"/>
            </a:pPr>
            <a:r>
              <a:rPr lang="en-US" altLang="ja-JP" dirty="0"/>
              <a:t>(</a:t>
            </a:r>
            <a:r>
              <a:rPr lang="ja-JP" altLang="en-US" dirty="0"/>
              <a:t>例</a:t>
            </a:r>
            <a:r>
              <a:rPr lang="en-US" altLang="ja-JP" dirty="0"/>
              <a:t>)</a:t>
            </a:r>
            <a:r>
              <a:rPr lang="ja-JP" altLang="en-US" dirty="0"/>
              <a:t> </a:t>
            </a:r>
            <a:r>
              <a:rPr lang="en-US" altLang="ja-JP" dirty="0"/>
              <a:t>Cu2p3_sample01.csv, CuLMM_sample01.csv</a:t>
            </a:r>
          </a:p>
          <a:p>
            <a:pPr marL="742950" lvl="1" indent="-285750">
              <a:buFont typeface="Arial" panose="020B0604020202020204" pitchFamily="34" charset="0"/>
              <a:buChar char="•"/>
            </a:pPr>
            <a:r>
              <a:rPr lang="ja-JP" altLang="en-US" dirty="0"/>
              <a:t>ただし </a:t>
            </a:r>
            <a:r>
              <a:rPr lang="en-US" altLang="ja-JP" dirty="0"/>
              <a:t>reference.csv </a:t>
            </a:r>
            <a:r>
              <a:rPr lang="ja-JP" altLang="en-US" dirty="0"/>
              <a:t>は参照スペクトルファイルとして扱われるため付けてはならない．</a:t>
            </a:r>
            <a:endParaRPr lang="en-US" altLang="ja-JP" dirty="0"/>
          </a:p>
          <a:p>
            <a:pPr marL="742950" lvl="1" indent="-285750">
              <a:buFont typeface="Arial" panose="020B0604020202020204" pitchFamily="34" charset="0"/>
              <a:buChar char="•"/>
            </a:pPr>
            <a:r>
              <a:rPr lang="en-US" altLang="ja-JP" dirty="0"/>
              <a:t>&lt;series name&gt;</a:t>
            </a:r>
            <a:r>
              <a:rPr lang="ja-JP" altLang="en-US" dirty="0"/>
              <a:t> については参照スペクトルファイルの詳細ページで説明する．</a:t>
            </a:r>
            <a:endParaRPr lang="en-US" altLang="ja-JP" dirty="0"/>
          </a:p>
          <a:p>
            <a:pPr marL="742950" lvl="1" indent="-285750">
              <a:buFont typeface="Arial" panose="020B0604020202020204" pitchFamily="34" charset="0"/>
              <a:buChar char="•"/>
            </a:pPr>
            <a:r>
              <a:rPr lang="ja-JP" altLang="en-US" dirty="0"/>
              <a:t>ヘッダなしで</a:t>
            </a:r>
            <a:r>
              <a:rPr lang="en-US" altLang="ja-JP" dirty="0"/>
              <a:t>N</a:t>
            </a:r>
            <a:r>
              <a:rPr lang="ja-JP" altLang="en-US" dirty="0"/>
              <a:t>行</a:t>
            </a:r>
            <a:r>
              <a:rPr lang="en-US" altLang="ja-JP" dirty="0"/>
              <a:t>×2</a:t>
            </a:r>
            <a:r>
              <a:rPr lang="ja-JP" altLang="en-US" dirty="0"/>
              <a:t>列であること．</a:t>
            </a:r>
            <a:endParaRPr lang="en-US" altLang="ja-JP" dirty="0"/>
          </a:p>
          <a:p>
            <a:pPr marL="742950" lvl="1" indent="-285750">
              <a:buFont typeface="Arial" panose="020B0604020202020204" pitchFamily="34" charset="0"/>
              <a:buChar char="•"/>
            </a:pPr>
            <a:r>
              <a:rPr lang="en-US" altLang="ja-JP" dirty="0"/>
              <a:t>1</a:t>
            </a:r>
            <a:r>
              <a:rPr lang="ja-JP" altLang="en-US" dirty="0"/>
              <a:t>列目は </a:t>
            </a:r>
            <a:r>
              <a:rPr lang="en-US" altLang="ja-JP" dirty="0"/>
              <a:t>Binding energy </a:t>
            </a:r>
            <a:r>
              <a:rPr lang="ja-JP" altLang="en-US" dirty="0"/>
              <a:t>の数値</a:t>
            </a:r>
            <a:r>
              <a:rPr lang="en-US" altLang="ja-JP" dirty="0"/>
              <a:t>(eV</a:t>
            </a:r>
            <a:r>
              <a:rPr lang="ja-JP" altLang="en-US" dirty="0"/>
              <a:t>単位</a:t>
            </a:r>
            <a:r>
              <a:rPr lang="en-US" altLang="ja-JP" dirty="0"/>
              <a:t>)</a:t>
            </a:r>
            <a:r>
              <a:rPr lang="ja-JP" altLang="en-US" dirty="0"/>
              <a:t>であること</a:t>
            </a:r>
            <a:endParaRPr lang="en-US" altLang="ja-JP" dirty="0"/>
          </a:p>
          <a:p>
            <a:pPr marL="1200150" lvl="2" indent="-285750">
              <a:buFont typeface="Arial" panose="020B0604020202020204" pitchFamily="34" charset="0"/>
              <a:buChar char="•"/>
            </a:pPr>
            <a:r>
              <a:rPr lang="ja-JP" altLang="en-US" dirty="0"/>
              <a:t>降順であること．</a:t>
            </a:r>
            <a:endParaRPr lang="en-US" altLang="ja-JP" dirty="0"/>
          </a:p>
          <a:p>
            <a:pPr marL="1200150" lvl="2" indent="-285750">
              <a:buFont typeface="Arial" panose="020B0604020202020204" pitchFamily="34" charset="0"/>
              <a:buChar char="•"/>
            </a:pPr>
            <a:r>
              <a:rPr lang="ja-JP" altLang="en-US" dirty="0"/>
              <a:t>エネルギーステップが等間隔であること．</a:t>
            </a:r>
            <a:endParaRPr lang="en-US" altLang="ja-JP" dirty="0"/>
          </a:p>
          <a:p>
            <a:pPr marL="742950" lvl="1" indent="-285750">
              <a:buFont typeface="Arial" panose="020B0604020202020204" pitchFamily="34" charset="0"/>
              <a:buChar char="•"/>
            </a:pPr>
            <a:r>
              <a:rPr lang="en-US" altLang="ja-JP" dirty="0"/>
              <a:t>2</a:t>
            </a:r>
            <a:r>
              <a:rPr lang="ja-JP" altLang="en-US" dirty="0"/>
              <a:t>列目はスペクトルの強度であること．</a:t>
            </a:r>
            <a:endParaRPr lang="en-US" altLang="ja-JP" dirty="0"/>
          </a:p>
          <a:p>
            <a:pPr marL="1200150" lvl="2" indent="-285750">
              <a:buFont typeface="Arial" panose="020B0604020202020204" pitchFamily="34" charset="0"/>
              <a:buChar char="•"/>
            </a:pPr>
            <a:r>
              <a:rPr lang="ja-JP" altLang="en-US" dirty="0"/>
              <a:t>単位はカウントを推奨するが，任意単位でも良い．</a:t>
            </a:r>
            <a:endParaRPr lang="en-US" altLang="ja-JP" dirty="0"/>
          </a:p>
          <a:p>
            <a:pPr marL="742950" lvl="1" indent="-285750">
              <a:buFont typeface="Arial" panose="020B0604020202020204" pitchFamily="34" charset="0"/>
              <a:buChar char="•"/>
            </a:pPr>
            <a:endParaRPr lang="en-US" altLang="ja-JP" dirty="0"/>
          </a:p>
        </p:txBody>
      </p:sp>
      <p:sp>
        <p:nvSpPr>
          <p:cNvPr id="7" name="テキスト ボックス 6">
            <a:extLst>
              <a:ext uri="{FF2B5EF4-FFF2-40B4-BE49-F238E27FC236}">
                <a16:creationId xmlns:a16="http://schemas.microsoft.com/office/drawing/2014/main" id="{27929258-B532-3A0D-ED19-A1D055388C74}"/>
              </a:ext>
            </a:extLst>
          </p:cNvPr>
          <p:cNvSpPr txBox="1"/>
          <p:nvPr/>
        </p:nvSpPr>
        <p:spPr>
          <a:xfrm>
            <a:off x="9343001" y="5232976"/>
            <a:ext cx="2278742" cy="13849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sz="1400">
                <a:latin typeface="ＭＳ ゴシック" panose="020B0609070205080204" pitchFamily="49" charset="-128"/>
                <a:ea typeface="ＭＳ ゴシック" panose="020B0609070205080204" pitchFamily="49" charset="-128"/>
              </a:rPr>
              <a:t>107.0,125.0</a:t>
            </a:r>
          </a:p>
          <a:p>
            <a:r>
              <a:rPr lang="ja-JP" altLang="en-US" sz="1400">
                <a:latin typeface="ＭＳ ゴシック" panose="020B0609070205080204" pitchFamily="49" charset="-128"/>
                <a:ea typeface="ＭＳ ゴシック" panose="020B0609070205080204" pitchFamily="49" charset="-128"/>
              </a:rPr>
              <a:t>106.975,104.0</a:t>
            </a:r>
          </a:p>
          <a:p>
            <a:r>
              <a:rPr lang="ja-JP" altLang="en-US" sz="1400">
                <a:latin typeface="ＭＳ ゴシック" panose="020B0609070205080204" pitchFamily="49" charset="-128"/>
                <a:ea typeface="ＭＳ ゴシック" panose="020B0609070205080204" pitchFamily="49" charset="-128"/>
              </a:rPr>
              <a:t>106.95,100.0</a:t>
            </a:r>
          </a:p>
          <a:p>
            <a:r>
              <a:rPr lang="ja-JP" altLang="en-US" sz="1400">
                <a:latin typeface="ＭＳ ゴシック" panose="020B0609070205080204" pitchFamily="49" charset="-128"/>
                <a:ea typeface="ＭＳ ゴシック" panose="020B0609070205080204" pitchFamily="49" charset="-128"/>
              </a:rPr>
              <a:t>106.925,114.0</a:t>
            </a:r>
          </a:p>
          <a:p>
            <a:r>
              <a:rPr lang="ja-JP" altLang="en-US" sz="1400">
                <a:latin typeface="ＭＳ ゴシック" panose="020B0609070205080204" pitchFamily="49" charset="-128"/>
                <a:ea typeface="ＭＳ ゴシック" panose="020B0609070205080204" pitchFamily="49" charset="-128"/>
              </a:rPr>
              <a:t>106.9,108.0</a:t>
            </a:r>
            <a:endParaRPr lang="en-US" altLang="ja-JP" sz="1400">
              <a:latin typeface="ＭＳ ゴシック" panose="020B0609070205080204" pitchFamily="49" charset="-128"/>
              <a:ea typeface="ＭＳ ゴシック" panose="020B0609070205080204" pitchFamily="49" charset="-128"/>
            </a:endParaRPr>
          </a:p>
          <a:p>
            <a:r>
              <a:rPr lang="ja-JP" altLang="en-US" sz="1400">
                <a:latin typeface="ＭＳ ゴシック" panose="020B0609070205080204" pitchFamily="49" charset="-128"/>
                <a:ea typeface="ＭＳ ゴシック" panose="020B0609070205080204" pitchFamily="49" charset="-128"/>
              </a:rPr>
              <a:t>・・・・・・</a:t>
            </a:r>
          </a:p>
        </p:txBody>
      </p:sp>
      <p:sp>
        <p:nvSpPr>
          <p:cNvPr id="8" name="テキスト ボックス 7">
            <a:extLst>
              <a:ext uri="{FF2B5EF4-FFF2-40B4-BE49-F238E27FC236}">
                <a16:creationId xmlns:a16="http://schemas.microsoft.com/office/drawing/2014/main" id="{3A05384C-0478-77A4-925A-82E29356C35E}"/>
              </a:ext>
            </a:extLst>
          </p:cNvPr>
          <p:cNvSpPr txBox="1"/>
          <p:nvPr/>
        </p:nvSpPr>
        <p:spPr>
          <a:xfrm>
            <a:off x="9069321" y="4836745"/>
            <a:ext cx="2789304" cy="307777"/>
          </a:xfrm>
          <a:prstGeom prst="rect">
            <a:avLst/>
          </a:prstGeom>
          <a:noFill/>
        </p:spPr>
        <p:txBody>
          <a:bodyPr wrap="square">
            <a:spAutoFit/>
          </a:bodyPr>
          <a:lstStyle/>
          <a:p>
            <a:r>
              <a:rPr lang="ja-JP" altLang="en-US" sz="1400"/>
              <a:t>スペクトルデータファイルの例</a:t>
            </a:r>
            <a:endParaRPr lang="en-US" altLang="ja-JP" sz="1400"/>
          </a:p>
        </p:txBody>
      </p:sp>
      <p:sp>
        <p:nvSpPr>
          <p:cNvPr id="15" name="テキスト ボックス 14">
            <a:extLst>
              <a:ext uri="{FF2B5EF4-FFF2-40B4-BE49-F238E27FC236}">
                <a16:creationId xmlns:a16="http://schemas.microsoft.com/office/drawing/2014/main" id="{6833A13E-14FD-159B-E786-923584357236}"/>
              </a:ext>
            </a:extLst>
          </p:cNvPr>
          <p:cNvSpPr txBox="1"/>
          <p:nvPr/>
        </p:nvSpPr>
        <p:spPr>
          <a:xfrm>
            <a:off x="7563742" y="1190834"/>
            <a:ext cx="4379725" cy="2031325"/>
          </a:xfrm>
          <a:prstGeom prst="rect">
            <a:avLst/>
          </a:prstGeom>
          <a:solidFill>
            <a:schemeClr val="bg1"/>
          </a:solidFill>
          <a:ln>
            <a:solidFill>
              <a:schemeClr val="bg2"/>
            </a:solidFill>
          </a:ln>
          <a:effectLst>
            <a:outerShdw blurRad="50800" dist="38100" dir="2700000" algn="tl" rotWithShape="0">
              <a:prstClr val="black">
                <a:alpha val="40000"/>
              </a:prstClr>
            </a:outerShdw>
          </a:effectLst>
        </p:spPr>
        <p:txBody>
          <a:bodyPr wrap="none">
            <a:spAutoFit/>
          </a:bodyPr>
          <a:lstStyle/>
          <a:p>
            <a:r>
              <a:rPr lang="ja-JP" altLang="en-US" dirty="0"/>
              <a:t>フォルダ構成</a:t>
            </a:r>
            <a:endParaRPr lang="en-US" altLang="ja-JP" dirty="0"/>
          </a:p>
          <a:p>
            <a:r>
              <a:rPr lang="ja-JP" altLang="en-US" dirty="0"/>
              <a:t>├── data</a:t>
            </a:r>
          </a:p>
          <a:p>
            <a:r>
              <a:rPr lang="ja-JP" altLang="en-US" dirty="0"/>
              <a:t>│         ├── Cu2p3_sampledata.csv</a:t>
            </a:r>
          </a:p>
          <a:p>
            <a:r>
              <a:rPr lang="ja-JP" altLang="en-US" dirty="0"/>
              <a:t>│         ├── CuLMM_sampledata.csv</a:t>
            </a:r>
          </a:p>
          <a:p>
            <a:r>
              <a:rPr lang="ja-JP" altLang="en-US" dirty="0"/>
              <a:t>│         └── config.json</a:t>
            </a:r>
          </a:p>
          <a:p>
            <a:r>
              <a:rPr lang="ja-JP" altLang="en-US" dirty="0"/>
              <a:t>├── db</a:t>
            </a:r>
          </a:p>
          <a:p>
            <a:r>
              <a:rPr lang="ja-JP" altLang="en-US" dirty="0"/>
              <a:t>│         └── reference.csv</a:t>
            </a:r>
          </a:p>
        </p:txBody>
      </p:sp>
    </p:spTree>
    <p:extLst>
      <p:ext uri="{BB962C8B-B14F-4D97-AF65-F5344CB8AC3E}">
        <p14:creationId xmlns:p14="http://schemas.microsoft.com/office/powerpoint/2010/main" val="1198555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A2952-00E2-7559-F43B-D3A978BB1E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CE64CE-757D-4F56-23E0-B416E244EC3D}"/>
              </a:ext>
            </a:extLst>
          </p:cNvPr>
          <p:cNvSpPr>
            <a:spLocks noGrp="1"/>
          </p:cNvSpPr>
          <p:nvPr>
            <p:ph type="title"/>
          </p:nvPr>
        </p:nvSpPr>
        <p:spPr/>
        <p:txBody>
          <a:bodyPr/>
          <a:lstStyle/>
          <a:p>
            <a:r>
              <a:rPr kumimoji="1" lang="ja-JP" altLang="en-US"/>
              <a:t>入力ファイル詳細</a:t>
            </a:r>
            <a:r>
              <a:rPr kumimoji="1" lang="en-US" altLang="ja-JP"/>
              <a:t>: </a:t>
            </a:r>
            <a:r>
              <a:rPr lang="ja-JP" altLang="en-US"/>
              <a:t>設定ファイル</a:t>
            </a:r>
            <a:r>
              <a:rPr lang="en-US" altLang="ja-JP" err="1"/>
              <a:t>config.json</a:t>
            </a:r>
            <a:r>
              <a:rPr lang="en-US" altLang="ja-JP"/>
              <a:t> </a:t>
            </a:r>
            <a:r>
              <a:rPr lang="ja-JP" altLang="en-US"/>
              <a:t>（１）</a:t>
            </a:r>
          </a:p>
        </p:txBody>
      </p:sp>
      <p:sp>
        <p:nvSpPr>
          <p:cNvPr id="3" name="スライド番号プレースホルダー 2">
            <a:extLst>
              <a:ext uri="{FF2B5EF4-FFF2-40B4-BE49-F238E27FC236}">
                <a16:creationId xmlns:a16="http://schemas.microsoft.com/office/drawing/2014/main" id="{23A73034-442F-AB12-0908-212E06D7B5F6}"/>
              </a:ext>
            </a:extLst>
          </p:cNvPr>
          <p:cNvSpPr>
            <a:spLocks noGrp="1"/>
          </p:cNvSpPr>
          <p:nvPr>
            <p:ph type="sldNum" sz="quarter" idx="12"/>
          </p:nvPr>
        </p:nvSpPr>
        <p:spPr/>
        <p:txBody>
          <a:bodyPr/>
          <a:lstStyle/>
          <a:p>
            <a:fld id="{1F3A5AE6-BFCB-4F88-9D92-FE4DDA45BCC2}" type="slidenum">
              <a:rPr lang="ja-JP" altLang="en-US" smtClean="0"/>
              <a:pPr/>
              <a:t>5</a:t>
            </a:fld>
            <a:endParaRPr lang="ja-JP" altLang="en-US"/>
          </a:p>
        </p:txBody>
      </p:sp>
      <p:sp>
        <p:nvSpPr>
          <p:cNvPr id="5" name="テキスト ボックス 4">
            <a:extLst>
              <a:ext uri="{FF2B5EF4-FFF2-40B4-BE49-F238E27FC236}">
                <a16:creationId xmlns:a16="http://schemas.microsoft.com/office/drawing/2014/main" id="{6B05E2FF-9E2F-4CB1-A8FE-F40A89EA60CF}"/>
              </a:ext>
            </a:extLst>
          </p:cNvPr>
          <p:cNvSpPr txBox="1"/>
          <p:nvPr/>
        </p:nvSpPr>
        <p:spPr>
          <a:xfrm>
            <a:off x="449942" y="743635"/>
            <a:ext cx="7576457" cy="1200329"/>
          </a:xfrm>
          <a:prstGeom prst="rect">
            <a:avLst/>
          </a:prstGeom>
          <a:noFill/>
        </p:spPr>
        <p:txBody>
          <a:bodyPr wrap="square">
            <a:spAutoFit/>
          </a:bodyPr>
          <a:lstStyle/>
          <a:p>
            <a:r>
              <a:rPr lang="ja-JP" altLang="en-US">
                <a:solidFill>
                  <a:schemeClr val="accent1"/>
                </a:solidFill>
              </a:rPr>
              <a:t>設定ファイル</a:t>
            </a:r>
            <a:endParaRPr lang="en-US" altLang="ja-JP">
              <a:solidFill>
                <a:schemeClr val="accent1"/>
              </a:solidFill>
            </a:endParaRPr>
          </a:p>
          <a:p>
            <a:pPr marL="742950" lvl="1" indent="-285750">
              <a:buFont typeface="Arial" panose="020B0604020202020204" pitchFamily="34" charset="0"/>
              <a:buChar char="•"/>
            </a:pPr>
            <a:r>
              <a:rPr lang="ja-JP" altLang="en-US"/>
              <a:t>ファイル名のルール： </a:t>
            </a:r>
            <a:r>
              <a:rPr lang="en-US" altLang="ja-JP" err="1"/>
              <a:t>config.json</a:t>
            </a:r>
            <a:endParaRPr lang="en-US" altLang="ja-JP"/>
          </a:p>
          <a:p>
            <a:pPr marL="742950" lvl="1" indent="-285750">
              <a:buFont typeface="Arial" panose="020B0604020202020204" pitchFamily="34" charset="0"/>
              <a:buChar char="•"/>
            </a:pPr>
            <a:r>
              <a:rPr lang="en-US" altLang="ja-JP"/>
              <a:t>Json</a:t>
            </a:r>
            <a:r>
              <a:rPr lang="ja-JP" altLang="en-US"/>
              <a:t>形式であること．</a:t>
            </a:r>
            <a:endParaRPr lang="en-US" altLang="ja-JP"/>
          </a:p>
          <a:p>
            <a:pPr marL="742950" lvl="1" indent="-285750">
              <a:buFont typeface="Arial" panose="020B0604020202020204" pitchFamily="34" charset="0"/>
              <a:buChar char="•"/>
            </a:pPr>
            <a:endParaRPr lang="ja-JP" altLang="en-US"/>
          </a:p>
        </p:txBody>
      </p:sp>
      <p:sp>
        <p:nvSpPr>
          <p:cNvPr id="8" name="テキスト ボックス 7">
            <a:extLst>
              <a:ext uri="{FF2B5EF4-FFF2-40B4-BE49-F238E27FC236}">
                <a16:creationId xmlns:a16="http://schemas.microsoft.com/office/drawing/2014/main" id="{C6A24C83-C9E5-2559-AA92-C981AB2AF686}"/>
              </a:ext>
            </a:extLst>
          </p:cNvPr>
          <p:cNvSpPr txBox="1"/>
          <p:nvPr/>
        </p:nvSpPr>
        <p:spPr>
          <a:xfrm>
            <a:off x="7029450" y="1112967"/>
            <a:ext cx="5010150" cy="39703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ja-JP" sz="1200">
                <a:latin typeface="ＭＳ ゴシック" panose="020B0609070205080204" pitchFamily="49" charset="-128"/>
                <a:ea typeface="ＭＳ ゴシック" panose="020B0609070205080204" pitchFamily="49" charset="-128"/>
              </a:rPr>
              <a:t>{</a:t>
            </a:r>
          </a:p>
          <a:p>
            <a:r>
              <a:rPr lang="en-US" altLang="ja-JP" sz="1200" b="1">
                <a:latin typeface="ＭＳ ゴシック" panose="020B0609070205080204" pitchFamily="49" charset="-128"/>
                <a:ea typeface="ＭＳ ゴシック" panose="020B0609070205080204" pitchFamily="49" charset="-128"/>
              </a:rPr>
              <a:t>    "model": {</a:t>
            </a:r>
          </a:p>
          <a:p>
            <a:r>
              <a:rPr lang="en-US" altLang="ja-JP" sz="1200" b="1">
                <a:latin typeface="ＭＳ ゴシック" panose="020B0609070205080204" pitchFamily="49" charset="-128"/>
                <a:ea typeface="ＭＳ ゴシック" panose="020B0609070205080204" pitchFamily="49" charset="-128"/>
              </a:rPr>
              <a:t>        "peak": "</a:t>
            </a:r>
            <a:r>
              <a:rPr lang="en-US" altLang="ja-JP" sz="1200" b="1" err="1">
                <a:latin typeface="ＭＳ ゴシック" panose="020B0609070205080204" pitchFamily="49" charset="-128"/>
                <a:ea typeface="ＭＳ ゴシック" panose="020B0609070205080204" pitchFamily="49" charset="-128"/>
              </a:rPr>
              <a:t>VoigtPeaks</a:t>
            </a:r>
            <a:r>
              <a:rPr lang="en-US" altLang="ja-JP" sz="1200" b="1">
                <a:latin typeface="ＭＳ ゴシック" panose="020B0609070205080204" pitchFamily="49" charset="-128"/>
                <a:ea typeface="ＭＳ ゴシック" panose="020B0609070205080204" pitchFamily="49" charset="-128"/>
              </a:rPr>
              <a:t>",</a:t>
            </a:r>
          </a:p>
          <a:p>
            <a:r>
              <a:rPr lang="en-US" altLang="ja-JP" sz="1200" b="1">
                <a:latin typeface="ＭＳ ゴシック" panose="020B0609070205080204" pitchFamily="49" charset="-128"/>
                <a:ea typeface="ＭＳ ゴシック" panose="020B0609070205080204" pitchFamily="49" charset="-128"/>
              </a:rPr>
              <a:t>        "background": "</a:t>
            </a:r>
            <a:r>
              <a:rPr lang="en-US" altLang="ja-JP" sz="1200" b="1" err="1">
                <a:latin typeface="ＭＳ ゴシック" panose="020B0609070205080204" pitchFamily="49" charset="-128"/>
                <a:ea typeface="ＭＳ ゴシック" panose="020B0609070205080204" pitchFamily="49" charset="-128"/>
              </a:rPr>
              <a:t>ShirleyBackground</a:t>
            </a:r>
            <a:r>
              <a:rPr lang="en-US" altLang="ja-JP" sz="1200" b="1">
                <a:latin typeface="ＭＳ ゴシック" panose="020B0609070205080204" pitchFamily="49" charset="-128"/>
                <a:ea typeface="ＭＳ ゴシック" panose="020B0609070205080204" pitchFamily="49" charset="-128"/>
              </a:rPr>
              <a:t>",</a:t>
            </a:r>
          </a:p>
          <a:p>
            <a:r>
              <a:rPr lang="en-US" altLang="ja-JP" sz="1200" b="1">
                <a:latin typeface="ＭＳ ゴシック" panose="020B0609070205080204" pitchFamily="49" charset="-128"/>
                <a:ea typeface="ＭＳ ゴシック" panose="020B0609070205080204" pitchFamily="49" charset="-128"/>
              </a:rPr>
              <a:t>        "noise": "</a:t>
            </a:r>
            <a:r>
              <a:rPr lang="en-US" altLang="ja-JP" sz="1200" b="1" err="1">
                <a:latin typeface="ＭＳ ゴシック" panose="020B0609070205080204" pitchFamily="49" charset="-128"/>
                <a:ea typeface="ＭＳ ゴシック" panose="020B0609070205080204" pitchFamily="49" charset="-128"/>
              </a:rPr>
              <a:t>PoissonNoise</a:t>
            </a:r>
            <a:r>
              <a:rPr lang="en-US" altLang="ja-JP" sz="1200" b="1">
                <a:latin typeface="ＭＳ ゴシック" panose="020B0609070205080204" pitchFamily="49" charset="-128"/>
                <a:ea typeface="ＭＳ ゴシック" panose="020B0609070205080204" pitchFamily="49" charset="-128"/>
              </a:rPr>
              <a:t>",</a:t>
            </a:r>
          </a:p>
          <a:p>
            <a:r>
              <a:rPr lang="en-US" altLang="ja-JP" sz="1200" b="1">
                <a:latin typeface="ＭＳ ゴシック" panose="020B0609070205080204" pitchFamily="49" charset="-128"/>
                <a:ea typeface="ＭＳ ゴシック" panose="020B0609070205080204" pitchFamily="49" charset="-128"/>
              </a:rPr>
              <a:t>        "regularization": "</a:t>
            </a:r>
            <a:r>
              <a:rPr lang="en-US" altLang="ja-JP" sz="1200" b="1" err="1">
                <a:latin typeface="ＭＳ ゴシック" panose="020B0609070205080204" pitchFamily="49" charset="-128"/>
                <a:ea typeface="ＭＳ ゴシック" panose="020B0609070205080204" pitchFamily="49" charset="-128"/>
              </a:rPr>
              <a:t>BayesianInformationCriterion</a:t>
            </a:r>
            <a:r>
              <a:rPr lang="en-US" altLang="ja-JP" sz="1200" b="1">
                <a:latin typeface="ＭＳ ゴシック" panose="020B0609070205080204" pitchFamily="49" charset="-128"/>
                <a:ea typeface="ＭＳ ゴシック" panose="020B0609070205080204" pitchFamily="49" charset="-128"/>
              </a:rPr>
              <a:t>"</a:t>
            </a:r>
          </a:p>
          <a:p>
            <a:r>
              <a:rPr lang="en-US" altLang="ja-JP" sz="1200" b="1">
                <a:latin typeface="ＭＳ ゴシック" panose="020B0609070205080204" pitchFamily="49" charset="-128"/>
                <a:ea typeface="ＭＳ ゴシック" panose="020B0609070205080204" pitchFamily="49" charset="-128"/>
              </a:rPr>
              <a:t>    },</a:t>
            </a:r>
          </a:p>
          <a:p>
            <a:r>
              <a:rPr lang="en-US" altLang="ja-JP" sz="1200">
                <a:latin typeface="ＭＳ ゴシック" panose="020B0609070205080204" pitchFamily="49" charset="-128"/>
                <a:ea typeface="ＭＳ ゴシック" panose="020B0609070205080204" pitchFamily="49" charset="-128"/>
              </a:rPr>
              <a:t>    "states": [Cu-metal", Cu2O", "</a:t>
            </a:r>
            <a:r>
              <a:rPr lang="en-US" altLang="ja-JP" sz="1200" err="1">
                <a:latin typeface="ＭＳ ゴシック" panose="020B0609070205080204" pitchFamily="49" charset="-128"/>
                <a:ea typeface="ＭＳ ゴシック" panose="020B0609070205080204" pitchFamily="49" charset="-128"/>
              </a:rPr>
              <a:t>CuO</a:t>
            </a:r>
            <a:r>
              <a:rPr lang="en-US" altLang="ja-JP" sz="1200">
                <a:latin typeface="ＭＳ ゴシック" panose="020B0609070205080204" pitchFamily="49" charset="-128"/>
                <a:ea typeface="ＭＳ ゴシック" panose="020B0609070205080204" pitchFamily="49" charset="-128"/>
              </a:rPr>
              <a:t>", "Cu(OH)2"],</a:t>
            </a:r>
          </a:p>
          <a:p>
            <a:r>
              <a:rPr lang="en-US" altLang="ja-JP" sz="1200">
                <a:latin typeface="ＭＳ ゴシック" panose="020B0609070205080204" pitchFamily="49" charset="-128"/>
                <a:ea typeface="ＭＳ ゴシック" panose="020B0609070205080204" pitchFamily="49" charset="-128"/>
              </a:rPr>
              <a:t>    "</a:t>
            </a:r>
            <a:r>
              <a:rPr lang="en-US" altLang="ja-JP" sz="1200" err="1">
                <a:latin typeface="ＭＳ ゴシック" panose="020B0609070205080204" pitchFamily="49" charset="-128"/>
                <a:ea typeface="ＭＳ ゴシック" panose="020B0609070205080204" pitchFamily="49" charset="-128"/>
              </a:rPr>
              <a:t>is_common</a:t>
            </a:r>
            <a:r>
              <a:rPr lang="en-US" altLang="ja-JP" sz="1200">
                <a:latin typeface="ＭＳ ゴシック" panose="020B0609070205080204" pitchFamily="49" charset="-128"/>
                <a:ea typeface="ＭＳ ゴシック" panose="020B0609070205080204" pitchFamily="49" charset="-128"/>
              </a:rPr>
              <a:t>": {</a:t>
            </a:r>
          </a:p>
          <a:p>
            <a:r>
              <a:rPr lang="en-US" altLang="ja-JP" sz="1200">
                <a:latin typeface="ＭＳ ゴシック" panose="020B0609070205080204" pitchFamily="49" charset="-128"/>
                <a:ea typeface="ＭＳ ゴシック" panose="020B0609070205080204" pitchFamily="49" charset="-128"/>
              </a:rPr>
              <a:t>        "ratio": true,</a:t>
            </a:r>
          </a:p>
          <a:p>
            <a:r>
              <a:rPr lang="en-US" altLang="ja-JP" sz="1200">
                <a:latin typeface="ＭＳ ゴシック" panose="020B0609070205080204" pitchFamily="49" charset="-128"/>
                <a:ea typeface="ＭＳ ゴシック" panose="020B0609070205080204" pitchFamily="49" charset="-128"/>
              </a:rPr>
              <a:t>        "shift": true,</a:t>
            </a:r>
          </a:p>
          <a:p>
            <a:r>
              <a:rPr lang="en-US" altLang="ja-JP" sz="1200">
                <a:latin typeface="ＭＳ ゴシック" panose="020B0609070205080204" pitchFamily="49" charset="-128"/>
                <a:ea typeface="ＭＳ ゴシック" panose="020B0609070205080204" pitchFamily="49" charset="-128"/>
              </a:rPr>
              <a:t>        "sigma": false,</a:t>
            </a:r>
          </a:p>
          <a:p>
            <a:r>
              <a:rPr lang="en-US" altLang="ja-JP" sz="1200">
                <a:latin typeface="ＭＳ ゴシック" panose="020B0609070205080204" pitchFamily="49" charset="-128"/>
                <a:ea typeface="ＭＳ ゴシック" panose="020B0609070205080204" pitchFamily="49" charset="-128"/>
              </a:rPr>
              <a:t>        "gamma": false</a:t>
            </a:r>
          </a:p>
          <a:p>
            <a:r>
              <a:rPr lang="en-US" altLang="ja-JP" sz="1200">
                <a:latin typeface="ＭＳ ゴシック" panose="020B0609070205080204" pitchFamily="49" charset="-128"/>
                <a:ea typeface="ＭＳ ゴシック" panose="020B0609070205080204" pitchFamily="49" charset="-128"/>
              </a:rPr>
              <a:t>    },</a:t>
            </a:r>
          </a:p>
          <a:p>
            <a:r>
              <a:rPr lang="en-US" altLang="ja-JP" sz="1200">
                <a:latin typeface="ＭＳ ゴシック" panose="020B0609070205080204" pitchFamily="49" charset="-128"/>
                <a:ea typeface="ＭＳ ゴシック" panose="020B0609070205080204" pitchFamily="49" charset="-128"/>
              </a:rPr>
              <a:t>    "bounds": {</a:t>
            </a:r>
          </a:p>
          <a:p>
            <a:r>
              <a:rPr lang="en-US" altLang="ja-JP" sz="1200">
                <a:latin typeface="ＭＳ ゴシック" panose="020B0609070205080204" pitchFamily="49" charset="-128"/>
                <a:ea typeface="ＭＳ ゴシック" panose="020B0609070205080204" pitchFamily="49" charset="-128"/>
              </a:rPr>
              <a:t>        "ratio": [-1, 1],</a:t>
            </a:r>
          </a:p>
          <a:p>
            <a:r>
              <a:rPr lang="en-US" altLang="ja-JP" sz="1200">
                <a:latin typeface="ＭＳ ゴシック" panose="020B0609070205080204" pitchFamily="49" charset="-128"/>
                <a:ea typeface="ＭＳ ゴシック" panose="020B0609070205080204" pitchFamily="49" charset="-128"/>
              </a:rPr>
              <a:t>        "shift": [-1.0, 0.5],</a:t>
            </a:r>
          </a:p>
          <a:p>
            <a:r>
              <a:rPr lang="en-US" altLang="ja-JP" sz="1200">
                <a:latin typeface="ＭＳ ゴシック" panose="020B0609070205080204" pitchFamily="49" charset="-128"/>
                <a:ea typeface="ＭＳ ゴシック" panose="020B0609070205080204" pitchFamily="49" charset="-128"/>
              </a:rPr>
              <a:t>        "sigma": [0.9, 1.5],</a:t>
            </a:r>
          </a:p>
          <a:p>
            <a:r>
              <a:rPr lang="en-US" altLang="ja-JP" sz="1200">
                <a:latin typeface="ＭＳ ゴシック" panose="020B0609070205080204" pitchFamily="49" charset="-128"/>
                <a:ea typeface="ＭＳ ゴシック" panose="020B0609070205080204" pitchFamily="49" charset="-128"/>
              </a:rPr>
              <a:t>        "gamma": [0.9, 1.5]</a:t>
            </a:r>
          </a:p>
          <a:p>
            <a:r>
              <a:rPr lang="en-US" altLang="ja-JP" sz="1200">
                <a:latin typeface="ＭＳ ゴシック" panose="020B0609070205080204" pitchFamily="49" charset="-128"/>
                <a:ea typeface="ＭＳ ゴシック" panose="020B0609070205080204" pitchFamily="49" charset="-128"/>
              </a:rPr>
              <a:t>    }</a:t>
            </a:r>
          </a:p>
          <a:p>
            <a:r>
              <a:rPr lang="en-US" altLang="ja-JP" sz="1200">
                <a:latin typeface="ＭＳ ゴシック" panose="020B0609070205080204" pitchFamily="49" charset="-128"/>
                <a:ea typeface="ＭＳ ゴシック" panose="020B0609070205080204" pitchFamily="49" charset="-128"/>
              </a:rPr>
              <a:t>}</a:t>
            </a:r>
            <a:endParaRPr lang="ja-JP" altLang="en-US" sz="1200">
              <a:latin typeface="ＭＳ ゴシック" panose="020B0609070205080204" pitchFamily="49" charset="-128"/>
              <a:ea typeface="ＭＳ ゴシック" panose="020B0609070205080204" pitchFamily="49" charset="-128"/>
            </a:endParaRPr>
          </a:p>
        </p:txBody>
      </p:sp>
      <p:sp>
        <p:nvSpPr>
          <p:cNvPr id="10" name="テキスト ボックス 9">
            <a:extLst>
              <a:ext uri="{FF2B5EF4-FFF2-40B4-BE49-F238E27FC236}">
                <a16:creationId xmlns:a16="http://schemas.microsoft.com/office/drawing/2014/main" id="{E59F886E-E4F8-EE3E-46D2-60B5550A16BA}"/>
              </a:ext>
            </a:extLst>
          </p:cNvPr>
          <p:cNvSpPr txBox="1"/>
          <p:nvPr/>
        </p:nvSpPr>
        <p:spPr>
          <a:xfrm>
            <a:off x="6953250" y="725044"/>
            <a:ext cx="3614057" cy="369332"/>
          </a:xfrm>
          <a:prstGeom prst="rect">
            <a:avLst/>
          </a:prstGeom>
          <a:noFill/>
        </p:spPr>
        <p:txBody>
          <a:bodyPr wrap="square">
            <a:spAutoFit/>
          </a:bodyPr>
          <a:lstStyle/>
          <a:p>
            <a:r>
              <a:rPr lang="en-US" altLang="ja-JP" err="1"/>
              <a:t>config.json</a:t>
            </a:r>
            <a:r>
              <a:rPr lang="ja-JP" altLang="en-US"/>
              <a:t>の例</a:t>
            </a:r>
            <a:endParaRPr lang="en-US" altLang="ja-JP"/>
          </a:p>
        </p:txBody>
      </p:sp>
      <p:sp>
        <p:nvSpPr>
          <p:cNvPr id="7" name="テキスト ボックス 6">
            <a:extLst>
              <a:ext uri="{FF2B5EF4-FFF2-40B4-BE49-F238E27FC236}">
                <a16:creationId xmlns:a16="http://schemas.microsoft.com/office/drawing/2014/main" id="{CCB825E6-CD73-F2FD-3D69-D7E4DC9CE86B}"/>
              </a:ext>
            </a:extLst>
          </p:cNvPr>
          <p:cNvSpPr txBox="1"/>
          <p:nvPr/>
        </p:nvSpPr>
        <p:spPr>
          <a:xfrm>
            <a:off x="804864" y="2143530"/>
            <a:ext cx="6148386" cy="3970318"/>
          </a:xfrm>
          <a:prstGeom prst="rect">
            <a:avLst/>
          </a:prstGeom>
          <a:noFill/>
        </p:spPr>
        <p:txBody>
          <a:bodyPr wrap="square">
            <a:spAutoFit/>
          </a:bodyPr>
          <a:lstStyle/>
          <a:p>
            <a:pPr marL="285750" indent="-285750">
              <a:buFont typeface="Arial" panose="020B0604020202020204" pitchFamily="34" charset="0"/>
              <a:buChar char="•"/>
            </a:pPr>
            <a:r>
              <a:rPr lang="en-US" altLang="ja-JP"/>
              <a:t>“model” </a:t>
            </a:r>
            <a:r>
              <a:rPr lang="en-US" altLang="ja-JP">
                <a:sym typeface="Wingdings" panose="05000000000000000000" pitchFamily="2" charset="2"/>
              </a:rPr>
              <a:t> “peak”</a:t>
            </a:r>
            <a:r>
              <a:rPr lang="en-US" altLang="ja-JP"/>
              <a:t> </a:t>
            </a:r>
            <a:r>
              <a:rPr lang="ja-JP" altLang="en-US"/>
              <a:t>は </a:t>
            </a:r>
            <a:r>
              <a:rPr lang="en-US" altLang="ja-JP"/>
              <a:t>“</a:t>
            </a:r>
            <a:r>
              <a:rPr lang="en-US" altLang="ja-JP" err="1"/>
              <a:t>VoigtPeaks</a:t>
            </a:r>
            <a:r>
              <a:rPr lang="en-US" altLang="ja-JP"/>
              <a:t>” </a:t>
            </a:r>
            <a:r>
              <a:rPr lang="ja-JP" altLang="en-US"/>
              <a:t>とする．</a:t>
            </a:r>
            <a:endParaRPr lang="en-US" altLang="ja-JP"/>
          </a:p>
          <a:p>
            <a:pPr marL="742950" lvl="1" indent="-285750">
              <a:buFont typeface="Arial" panose="020B0604020202020204" pitchFamily="34" charset="0"/>
              <a:buChar char="•"/>
            </a:pPr>
            <a:r>
              <a:rPr lang="ja-JP" altLang="en-US"/>
              <a:t>畳み込み</a:t>
            </a:r>
            <a:r>
              <a:rPr lang="en-US" altLang="ja-JP"/>
              <a:t>Voigt</a:t>
            </a:r>
            <a:r>
              <a:rPr lang="ja-JP" altLang="en-US"/>
              <a:t>関数を基底関数に設定する．</a:t>
            </a:r>
            <a:endParaRPr lang="en-US" altLang="ja-JP"/>
          </a:p>
          <a:p>
            <a:pPr marL="742950" lvl="1" indent="-285750">
              <a:buFont typeface="Arial" panose="020B0604020202020204" pitchFamily="34" charset="0"/>
              <a:buChar char="•"/>
            </a:pPr>
            <a:r>
              <a:rPr lang="ja-JP" altLang="en-US"/>
              <a:t>ピーク形状はガウス幅</a:t>
            </a:r>
            <a:r>
              <a:rPr lang="en-US" altLang="ja-JP"/>
              <a:t>sigma</a:t>
            </a:r>
            <a:r>
              <a:rPr lang="ja-JP" altLang="en-US"/>
              <a:t>とローレンツ幅</a:t>
            </a:r>
            <a:r>
              <a:rPr lang="en-US" altLang="ja-JP"/>
              <a:t>gamma</a:t>
            </a:r>
            <a:r>
              <a:rPr lang="ja-JP" altLang="en-US"/>
              <a:t>で定義される．</a:t>
            </a:r>
            <a:endParaRPr lang="en-US" altLang="ja-JP"/>
          </a:p>
          <a:p>
            <a:pPr marL="285750" indent="-285750">
              <a:buFont typeface="Arial" panose="020B0604020202020204" pitchFamily="34" charset="0"/>
              <a:buChar char="•"/>
            </a:pPr>
            <a:r>
              <a:rPr lang="en-US" altLang="ja-JP"/>
              <a:t>“model” </a:t>
            </a:r>
            <a:r>
              <a:rPr lang="en-US" altLang="ja-JP">
                <a:sym typeface="Wingdings" panose="05000000000000000000" pitchFamily="2" charset="2"/>
              </a:rPr>
              <a:t> “background”</a:t>
            </a:r>
            <a:r>
              <a:rPr lang="en-US" altLang="ja-JP"/>
              <a:t> </a:t>
            </a:r>
            <a:r>
              <a:rPr lang="ja-JP" altLang="en-US"/>
              <a:t>は次のいずれかとする．</a:t>
            </a:r>
            <a:endParaRPr lang="en-US" altLang="ja-JP"/>
          </a:p>
          <a:p>
            <a:pPr marL="742950" lvl="1" indent="-285750">
              <a:buFont typeface="Arial" panose="020B0604020202020204" pitchFamily="34" charset="0"/>
              <a:buChar char="•"/>
            </a:pPr>
            <a:r>
              <a:rPr lang="en-US" altLang="ja-JP"/>
              <a:t>“</a:t>
            </a:r>
            <a:r>
              <a:rPr lang="en-US" altLang="ja-JP" err="1"/>
              <a:t>ShirleyBackground</a:t>
            </a:r>
            <a:r>
              <a:rPr lang="en-US" altLang="ja-JP"/>
              <a:t>”</a:t>
            </a:r>
          </a:p>
          <a:p>
            <a:pPr marL="742950" lvl="1" indent="-285750">
              <a:buFont typeface="Arial" panose="020B0604020202020204" pitchFamily="34" charset="0"/>
              <a:buChar char="•"/>
            </a:pPr>
            <a:r>
              <a:rPr lang="en-US" altLang="ja-JP"/>
              <a:t>“</a:t>
            </a:r>
            <a:r>
              <a:rPr lang="en-US" altLang="ja-JP" err="1"/>
              <a:t>LinearBackground</a:t>
            </a:r>
            <a:r>
              <a:rPr lang="en-US" altLang="ja-JP"/>
              <a:t>” </a:t>
            </a:r>
          </a:p>
          <a:p>
            <a:pPr marL="285750" indent="-285750">
              <a:buFont typeface="Arial" panose="020B0604020202020204" pitchFamily="34" charset="0"/>
              <a:buChar char="•"/>
            </a:pPr>
            <a:r>
              <a:rPr lang="en-US" altLang="ja-JP"/>
              <a:t>“model” </a:t>
            </a:r>
            <a:r>
              <a:rPr lang="en-US" altLang="ja-JP">
                <a:sym typeface="Wingdings" panose="05000000000000000000" pitchFamily="2" charset="2"/>
              </a:rPr>
              <a:t> “peak”</a:t>
            </a:r>
            <a:r>
              <a:rPr lang="en-US" altLang="ja-JP"/>
              <a:t> </a:t>
            </a:r>
            <a:r>
              <a:rPr lang="ja-JP" altLang="en-US"/>
              <a:t>は次のいずれかとする．</a:t>
            </a:r>
            <a:endParaRPr lang="en-US" altLang="ja-JP"/>
          </a:p>
          <a:p>
            <a:pPr marL="742950" lvl="1" indent="-285750">
              <a:buFont typeface="Arial" panose="020B0604020202020204" pitchFamily="34" charset="0"/>
              <a:buChar char="•"/>
            </a:pPr>
            <a:r>
              <a:rPr lang="en-US" altLang="ja-JP"/>
              <a:t>“</a:t>
            </a:r>
            <a:r>
              <a:rPr lang="en-US" altLang="ja-JP" err="1"/>
              <a:t>PoissonNoise</a:t>
            </a:r>
            <a:r>
              <a:rPr lang="en-US" altLang="ja-JP"/>
              <a:t>”: </a:t>
            </a:r>
            <a:r>
              <a:rPr lang="ja-JP" altLang="en-US"/>
              <a:t>強度の単位がカウントの場合．</a:t>
            </a:r>
            <a:endParaRPr lang="en-US" altLang="ja-JP"/>
          </a:p>
          <a:p>
            <a:pPr marL="742950" lvl="1" indent="-285750">
              <a:buFont typeface="Arial" panose="020B0604020202020204" pitchFamily="34" charset="0"/>
              <a:buChar char="•"/>
            </a:pPr>
            <a:r>
              <a:rPr lang="en-US" altLang="ja-JP"/>
              <a:t>“</a:t>
            </a:r>
            <a:r>
              <a:rPr lang="en-US" altLang="ja-JP" err="1"/>
              <a:t>GaussianNoise</a:t>
            </a:r>
            <a:r>
              <a:rPr lang="en-US" altLang="ja-JP"/>
              <a:t>”: </a:t>
            </a:r>
            <a:r>
              <a:rPr lang="ja-JP" altLang="en-US"/>
              <a:t>強度が任意単位の場合．</a:t>
            </a:r>
            <a:endParaRPr lang="en-US" altLang="ja-JP"/>
          </a:p>
          <a:p>
            <a:pPr marL="285750" indent="-285750">
              <a:buFont typeface="Arial" panose="020B0604020202020204" pitchFamily="34" charset="0"/>
              <a:buChar char="•"/>
            </a:pPr>
            <a:r>
              <a:rPr lang="en-US" altLang="ja-JP"/>
              <a:t>“model” </a:t>
            </a:r>
            <a:r>
              <a:rPr lang="en-US" altLang="ja-JP">
                <a:sym typeface="Wingdings" panose="05000000000000000000" pitchFamily="2" charset="2"/>
              </a:rPr>
              <a:t> “regularization”</a:t>
            </a:r>
            <a:r>
              <a:rPr lang="en-US" altLang="ja-JP"/>
              <a:t> </a:t>
            </a:r>
            <a:r>
              <a:rPr lang="ja-JP" altLang="en-US"/>
              <a:t>は </a:t>
            </a:r>
            <a:r>
              <a:rPr lang="en-US" altLang="ja-JP"/>
              <a:t>“</a:t>
            </a:r>
            <a:r>
              <a:rPr lang="en-US" altLang="ja-JP" err="1"/>
              <a:t>BayesianInformationCriterion</a:t>
            </a:r>
            <a:r>
              <a:rPr lang="en-US" altLang="ja-JP"/>
              <a:t>” </a:t>
            </a:r>
            <a:r>
              <a:rPr lang="ja-JP" altLang="en-US"/>
              <a:t>とする．</a:t>
            </a:r>
            <a:endParaRPr lang="en-US" altLang="ja-JP"/>
          </a:p>
          <a:p>
            <a:endParaRPr lang="en-US" altLang="ja-JP"/>
          </a:p>
          <a:p>
            <a:r>
              <a:rPr lang="ja-JP" altLang="en-US"/>
              <a:t>（次ページへ続く）</a:t>
            </a:r>
            <a:endParaRPr lang="en-US" altLang="ja-JP"/>
          </a:p>
        </p:txBody>
      </p:sp>
      <p:sp>
        <p:nvSpPr>
          <p:cNvPr id="9" name="テキスト ボックス 8">
            <a:extLst>
              <a:ext uri="{FF2B5EF4-FFF2-40B4-BE49-F238E27FC236}">
                <a16:creationId xmlns:a16="http://schemas.microsoft.com/office/drawing/2014/main" id="{B3210311-714F-B175-C23A-27CCA353C16F}"/>
              </a:ext>
            </a:extLst>
          </p:cNvPr>
          <p:cNvSpPr txBox="1"/>
          <p:nvPr/>
        </p:nvSpPr>
        <p:spPr>
          <a:xfrm>
            <a:off x="449943" y="1759298"/>
            <a:ext cx="1226458" cy="369332"/>
          </a:xfrm>
          <a:prstGeom prst="rect">
            <a:avLst/>
          </a:prstGeom>
          <a:noFill/>
        </p:spPr>
        <p:txBody>
          <a:bodyPr wrap="square">
            <a:spAutoFit/>
          </a:bodyPr>
          <a:lstStyle/>
          <a:p>
            <a:r>
              <a:rPr lang="ja-JP" altLang="en-US">
                <a:solidFill>
                  <a:schemeClr val="accent1"/>
                </a:solidFill>
              </a:rPr>
              <a:t>設定詳細</a:t>
            </a:r>
            <a:endParaRPr lang="ja-JP" altLang="en-US"/>
          </a:p>
        </p:txBody>
      </p:sp>
    </p:spTree>
    <p:extLst>
      <p:ext uri="{BB962C8B-B14F-4D97-AF65-F5344CB8AC3E}">
        <p14:creationId xmlns:p14="http://schemas.microsoft.com/office/powerpoint/2010/main" val="2510807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20049-5F6B-92A8-B58C-A00FAB8EA4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85D183-2CE7-945A-6F44-49BD6C10B432}"/>
              </a:ext>
            </a:extLst>
          </p:cNvPr>
          <p:cNvSpPr>
            <a:spLocks noGrp="1"/>
          </p:cNvSpPr>
          <p:nvPr>
            <p:ph type="title"/>
          </p:nvPr>
        </p:nvSpPr>
        <p:spPr/>
        <p:txBody>
          <a:bodyPr/>
          <a:lstStyle/>
          <a:p>
            <a:r>
              <a:rPr kumimoji="1" lang="ja-JP" altLang="en-US"/>
              <a:t>入力ファイル詳細</a:t>
            </a:r>
            <a:r>
              <a:rPr kumimoji="1" lang="en-US" altLang="ja-JP"/>
              <a:t>: </a:t>
            </a:r>
            <a:r>
              <a:rPr lang="ja-JP" altLang="en-US"/>
              <a:t>設定ファイル</a:t>
            </a:r>
            <a:r>
              <a:rPr lang="en-US" altLang="ja-JP" err="1"/>
              <a:t>config.json</a:t>
            </a:r>
            <a:r>
              <a:rPr lang="en-US" altLang="ja-JP"/>
              <a:t> </a:t>
            </a:r>
            <a:r>
              <a:rPr lang="ja-JP" altLang="en-US"/>
              <a:t>（２）</a:t>
            </a:r>
          </a:p>
        </p:txBody>
      </p:sp>
      <p:sp>
        <p:nvSpPr>
          <p:cNvPr id="3" name="スライド番号プレースホルダー 2">
            <a:extLst>
              <a:ext uri="{FF2B5EF4-FFF2-40B4-BE49-F238E27FC236}">
                <a16:creationId xmlns:a16="http://schemas.microsoft.com/office/drawing/2014/main" id="{EC1B86DD-CAA1-12DF-D16C-CBC0F758ACA3}"/>
              </a:ext>
            </a:extLst>
          </p:cNvPr>
          <p:cNvSpPr>
            <a:spLocks noGrp="1"/>
          </p:cNvSpPr>
          <p:nvPr>
            <p:ph type="sldNum" sz="quarter" idx="12"/>
          </p:nvPr>
        </p:nvSpPr>
        <p:spPr/>
        <p:txBody>
          <a:bodyPr/>
          <a:lstStyle/>
          <a:p>
            <a:fld id="{1F3A5AE6-BFCB-4F88-9D92-FE4DDA45BCC2}" type="slidenum">
              <a:rPr lang="ja-JP" altLang="en-US" smtClean="0"/>
              <a:pPr/>
              <a:t>6</a:t>
            </a:fld>
            <a:endParaRPr lang="ja-JP" altLang="en-US"/>
          </a:p>
        </p:txBody>
      </p:sp>
      <p:sp>
        <p:nvSpPr>
          <p:cNvPr id="8" name="テキスト ボックス 7">
            <a:extLst>
              <a:ext uri="{FF2B5EF4-FFF2-40B4-BE49-F238E27FC236}">
                <a16:creationId xmlns:a16="http://schemas.microsoft.com/office/drawing/2014/main" id="{57F7A765-440F-883C-44E8-0326C0E33E37}"/>
              </a:ext>
            </a:extLst>
          </p:cNvPr>
          <p:cNvSpPr txBox="1"/>
          <p:nvPr/>
        </p:nvSpPr>
        <p:spPr>
          <a:xfrm>
            <a:off x="7029450" y="1112967"/>
            <a:ext cx="5010150" cy="397031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ja-JP" sz="1200">
                <a:latin typeface="ＭＳ ゴシック" panose="020B0609070205080204" pitchFamily="49" charset="-128"/>
                <a:ea typeface="ＭＳ ゴシック" panose="020B0609070205080204" pitchFamily="49" charset="-128"/>
              </a:rPr>
              <a:t>{</a:t>
            </a:r>
          </a:p>
          <a:p>
            <a:r>
              <a:rPr lang="en-US" altLang="ja-JP" sz="1200">
                <a:latin typeface="ＭＳ ゴシック" panose="020B0609070205080204" pitchFamily="49" charset="-128"/>
                <a:ea typeface="ＭＳ ゴシック" panose="020B0609070205080204" pitchFamily="49" charset="-128"/>
              </a:rPr>
              <a:t>    "model": {</a:t>
            </a:r>
          </a:p>
          <a:p>
            <a:r>
              <a:rPr lang="en-US" altLang="ja-JP" sz="1200">
                <a:latin typeface="ＭＳ ゴシック" panose="020B0609070205080204" pitchFamily="49" charset="-128"/>
                <a:ea typeface="ＭＳ ゴシック" panose="020B0609070205080204" pitchFamily="49" charset="-128"/>
              </a:rPr>
              <a:t>        "peak": "</a:t>
            </a:r>
            <a:r>
              <a:rPr lang="en-US" altLang="ja-JP" sz="1200" err="1">
                <a:latin typeface="ＭＳ ゴシック" panose="020B0609070205080204" pitchFamily="49" charset="-128"/>
                <a:ea typeface="ＭＳ ゴシック" panose="020B0609070205080204" pitchFamily="49" charset="-128"/>
              </a:rPr>
              <a:t>VoigtPeaks</a:t>
            </a:r>
            <a:r>
              <a:rPr lang="en-US" altLang="ja-JP" sz="1200">
                <a:latin typeface="ＭＳ ゴシック" panose="020B0609070205080204" pitchFamily="49" charset="-128"/>
                <a:ea typeface="ＭＳ ゴシック" panose="020B0609070205080204" pitchFamily="49" charset="-128"/>
              </a:rPr>
              <a:t>",</a:t>
            </a:r>
          </a:p>
          <a:p>
            <a:r>
              <a:rPr lang="en-US" altLang="ja-JP" sz="1200">
                <a:latin typeface="ＭＳ ゴシック" panose="020B0609070205080204" pitchFamily="49" charset="-128"/>
                <a:ea typeface="ＭＳ ゴシック" panose="020B0609070205080204" pitchFamily="49" charset="-128"/>
              </a:rPr>
              <a:t>        "background": "</a:t>
            </a:r>
            <a:r>
              <a:rPr lang="en-US" altLang="ja-JP" sz="1200" err="1">
                <a:latin typeface="ＭＳ ゴシック" panose="020B0609070205080204" pitchFamily="49" charset="-128"/>
                <a:ea typeface="ＭＳ ゴシック" panose="020B0609070205080204" pitchFamily="49" charset="-128"/>
              </a:rPr>
              <a:t>ShirleyBackground</a:t>
            </a:r>
            <a:r>
              <a:rPr lang="en-US" altLang="ja-JP" sz="1200">
                <a:latin typeface="ＭＳ ゴシック" panose="020B0609070205080204" pitchFamily="49" charset="-128"/>
                <a:ea typeface="ＭＳ ゴシック" panose="020B0609070205080204" pitchFamily="49" charset="-128"/>
              </a:rPr>
              <a:t>",</a:t>
            </a:r>
          </a:p>
          <a:p>
            <a:r>
              <a:rPr lang="en-US" altLang="ja-JP" sz="1200">
                <a:latin typeface="ＭＳ ゴシック" panose="020B0609070205080204" pitchFamily="49" charset="-128"/>
                <a:ea typeface="ＭＳ ゴシック" panose="020B0609070205080204" pitchFamily="49" charset="-128"/>
              </a:rPr>
              <a:t>        "noise": "</a:t>
            </a:r>
            <a:r>
              <a:rPr lang="en-US" altLang="ja-JP" sz="1200" err="1">
                <a:latin typeface="ＭＳ ゴシック" panose="020B0609070205080204" pitchFamily="49" charset="-128"/>
                <a:ea typeface="ＭＳ ゴシック" panose="020B0609070205080204" pitchFamily="49" charset="-128"/>
              </a:rPr>
              <a:t>PoissonNoise</a:t>
            </a:r>
            <a:r>
              <a:rPr lang="en-US" altLang="ja-JP" sz="1200">
                <a:latin typeface="ＭＳ ゴシック" panose="020B0609070205080204" pitchFamily="49" charset="-128"/>
                <a:ea typeface="ＭＳ ゴシック" panose="020B0609070205080204" pitchFamily="49" charset="-128"/>
              </a:rPr>
              <a:t>",</a:t>
            </a:r>
          </a:p>
          <a:p>
            <a:r>
              <a:rPr lang="en-US" altLang="ja-JP" sz="1200">
                <a:latin typeface="ＭＳ ゴシック" panose="020B0609070205080204" pitchFamily="49" charset="-128"/>
                <a:ea typeface="ＭＳ ゴシック" panose="020B0609070205080204" pitchFamily="49" charset="-128"/>
              </a:rPr>
              <a:t>        "regularization": "</a:t>
            </a:r>
            <a:r>
              <a:rPr lang="en-US" altLang="ja-JP" sz="1200" err="1">
                <a:latin typeface="ＭＳ ゴシック" panose="020B0609070205080204" pitchFamily="49" charset="-128"/>
                <a:ea typeface="ＭＳ ゴシック" panose="020B0609070205080204" pitchFamily="49" charset="-128"/>
              </a:rPr>
              <a:t>BayesianInformationCriterion</a:t>
            </a:r>
            <a:r>
              <a:rPr lang="en-US" altLang="ja-JP" sz="1200">
                <a:latin typeface="ＭＳ ゴシック" panose="020B0609070205080204" pitchFamily="49" charset="-128"/>
                <a:ea typeface="ＭＳ ゴシック" panose="020B0609070205080204" pitchFamily="49" charset="-128"/>
              </a:rPr>
              <a:t>"</a:t>
            </a:r>
          </a:p>
          <a:p>
            <a:r>
              <a:rPr lang="en-US" altLang="ja-JP" sz="1200">
                <a:latin typeface="ＭＳ ゴシック" panose="020B0609070205080204" pitchFamily="49" charset="-128"/>
                <a:ea typeface="ＭＳ ゴシック" panose="020B0609070205080204" pitchFamily="49" charset="-128"/>
              </a:rPr>
              <a:t>    },</a:t>
            </a:r>
          </a:p>
          <a:p>
            <a:r>
              <a:rPr lang="en-US" altLang="ja-JP" sz="1200" b="1">
                <a:latin typeface="ＭＳ ゴシック" panose="020B0609070205080204" pitchFamily="49" charset="-128"/>
                <a:ea typeface="ＭＳ ゴシック" panose="020B0609070205080204" pitchFamily="49" charset="-128"/>
              </a:rPr>
              <a:t>    "states": [Cu-metal", Cu2O", "</a:t>
            </a:r>
            <a:r>
              <a:rPr lang="en-US" altLang="ja-JP" sz="1200" b="1" err="1">
                <a:latin typeface="ＭＳ ゴシック" panose="020B0609070205080204" pitchFamily="49" charset="-128"/>
                <a:ea typeface="ＭＳ ゴシック" panose="020B0609070205080204" pitchFamily="49" charset="-128"/>
              </a:rPr>
              <a:t>CuO</a:t>
            </a:r>
            <a:r>
              <a:rPr lang="en-US" altLang="ja-JP" sz="1200" b="1">
                <a:latin typeface="ＭＳ ゴシック" panose="020B0609070205080204" pitchFamily="49" charset="-128"/>
                <a:ea typeface="ＭＳ ゴシック" panose="020B0609070205080204" pitchFamily="49" charset="-128"/>
              </a:rPr>
              <a:t>", "Cu(OH)2"],</a:t>
            </a:r>
          </a:p>
          <a:p>
            <a:r>
              <a:rPr lang="en-US" altLang="ja-JP" sz="1200" b="1">
                <a:latin typeface="ＭＳ ゴシック" panose="020B0609070205080204" pitchFamily="49" charset="-128"/>
                <a:ea typeface="ＭＳ ゴシック" panose="020B0609070205080204" pitchFamily="49" charset="-128"/>
              </a:rPr>
              <a:t>    "</a:t>
            </a:r>
            <a:r>
              <a:rPr lang="en-US" altLang="ja-JP" sz="1200" b="1" err="1">
                <a:latin typeface="ＭＳ ゴシック" panose="020B0609070205080204" pitchFamily="49" charset="-128"/>
                <a:ea typeface="ＭＳ ゴシック" panose="020B0609070205080204" pitchFamily="49" charset="-128"/>
              </a:rPr>
              <a:t>is_common</a:t>
            </a:r>
            <a:r>
              <a:rPr lang="en-US" altLang="ja-JP" sz="1200" b="1">
                <a:latin typeface="ＭＳ ゴシック" panose="020B0609070205080204" pitchFamily="49" charset="-128"/>
                <a:ea typeface="ＭＳ ゴシック" panose="020B0609070205080204" pitchFamily="49" charset="-128"/>
              </a:rPr>
              <a:t>": {</a:t>
            </a:r>
          </a:p>
          <a:p>
            <a:r>
              <a:rPr lang="en-US" altLang="ja-JP" sz="1200" b="1">
                <a:latin typeface="ＭＳ ゴシック" panose="020B0609070205080204" pitchFamily="49" charset="-128"/>
                <a:ea typeface="ＭＳ ゴシック" panose="020B0609070205080204" pitchFamily="49" charset="-128"/>
              </a:rPr>
              <a:t>        "ratio": true,</a:t>
            </a:r>
          </a:p>
          <a:p>
            <a:r>
              <a:rPr lang="en-US" altLang="ja-JP" sz="1200" b="1">
                <a:latin typeface="ＭＳ ゴシック" panose="020B0609070205080204" pitchFamily="49" charset="-128"/>
                <a:ea typeface="ＭＳ ゴシック" panose="020B0609070205080204" pitchFamily="49" charset="-128"/>
              </a:rPr>
              <a:t>        "shift": true,</a:t>
            </a:r>
          </a:p>
          <a:p>
            <a:r>
              <a:rPr lang="en-US" altLang="ja-JP" sz="1200" b="1">
                <a:latin typeface="ＭＳ ゴシック" panose="020B0609070205080204" pitchFamily="49" charset="-128"/>
                <a:ea typeface="ＭＳ ゴシック" panose="020B0609070205080204" pitchFamily="49" charset="-128"/>
              </a:rPr>
              <a:t>        "sigma": false,</a:t>
            </a:r>
          </a:p>
          <a:p>
            <a:r>
              <a:rPr lang="en-US" altLang="ja-JP" sz="1200" b="1">
                <a:latin typeface="ＭＳ ゴシック" panose="020B0609070205080204" pitchFamily="49" charset="-128"/>
                <a:ea typeface="ＭＳ ゴシック" panose="020B0609070205080204" pitchFamily="49" charset="-128"/>
              </a:rPr>
              <a:t>        "gamma": false</a:t>
            </a:r>
          </a:p>
          <a:p>
            <a:r>
              <a:rPr lang="en-US" altLang="ja-JP" sz="1200" b="1">
                <a:latin typeface="ＭＳ ゴシック" panose="020B0609070205080204" pitchFamily="49" charset="-128"/>
                <a:ea typeface="ＭＳ ゴシック" panose="020B0609070205080204" pitchFamily="49" charset="-128"/>
              </a:rPr>
              <a:t>    },</a:t>
            </a:r>
          </a:p>
          <a:p>
            <a:r>
              <a:rPr lang="en-US" altLang="ja-JP" sz="1200" b="1">
                <a:latin typeface="ＭＳ ゴシック" panose="020B0609070205080204" pitchFamily="49" charset="-128"/>
                <a:ea typeface="ＭＳ ゴシック" panose="020B0609070205080204" pitchFamily="49" charset="-128"/>
              </a:rPr>
              <a:t>    "bounds": {</a:t>
            </a:r>
          </a:p>
          <a:p>
            <a:r>
              <a:rPr lang="en-US" altLang="ja-JP" sz="1200" b="1">
                <a:latin typeface="ＭＳ ゴシック" panose="020B0609070205080204" pitchFamily="49" charset="-128"/>
                <a:ea typeface="ＭＳ ゴシック" panose="020B0609070205080204" pitchFamily="49" charset="-128"/>
              </a:rPr>
              <a:t>        "ratio": [-1, 1],</a:t>
            </a:r>
          </a:p>
          <a:p>
            <a:r>
              <a:rPr lang="en-US" altLang="ja-JP" sz="1200" b="1">
                <a:latin typeface="ＭＳ ゴシック" panose="020B0609070205080204" pitchFamily="49" charset="-128"/>
                <a:ea typeface="ＭＳ ゴシック" panose="020B0609070205080204" pitchFamily="49" charset="-128"/>
              </a:rPr>
              <a:t>        "shift": [-1.0, 0.5],</a:t>
            </a:r>
          </a:p>
          <a:p>
            <a:r>
              <a:rPr lang="en-US" altLang="ja-JP" sz="1200" b="1">
                <a:latin typeface="ＭＳ ゴシック" panose="020B0609070205080204" pitchFamily="49" charset="-128"/>
                <a:ea typeface="ＭＳ ゴシック" panose="020B0609070205080204" pitchFamily="49" charset="-128"/>
              </a:rPr>
              <a:t>        "sigma": [0.9, 1.5],</a:t>
            </a:r>
          </a:p>
          <a:p>
            <a:r>
              <a:rPr lang="en-US" altLang="ja-JP" sz="1200" b="1">
                <a:latin typeface="ＭＳ ゴシック" panose="020B0609070205080204" pitchFamily="49" charset="-128"/>
                <a:ea typeface="ＭＳ ゴシック" panose="020B0609070205080204" pitchFamily="49" charset="-128"/>
              </a:rPr>
              <a:t>        "gamma": [0.9, 1.5]</a:t>
            </a:r>
          </a:p>
          <a:p>
            <a:r>
              <a:rPr lang="en-US" altLang="ja-JP" sz="1200" b="1">
                <a:latin typeface="ＭＳ ゴシック" panose="020B0609070205080204" pitchFamily="49" charset="-128"/>
                <a:ea typeface="ＭＳ ゴシック" panose="020B0609070205080204" pitchFamily="49" charset="-128"/>
              </a:rPr>
              <a:t>    }</a:t>
            </a:r>
          </a:p>
          <a:p>
            <a:r>
              <a:rPr lang="en-US" altLang="ja-JP" sz="1200">
                <a:latin typeface="ＭＳ ゴシック" panose="020B0609070205080204" pitchFamily="49" charset="-128"/>
                <a:ea typeface="ＭＳ ゴシック" panose="020B0609070205080204" pitchFamily="49" charset="-128"/>
              </a:rPr>
              <a:t>}</a:t>
            </a:r>
            <a:endParaRPr lang="ja-JP" altLang="en-US" sz="1200">
              <a:latin typeface="ＭＳ ゴシック" panose="020B0609070205080204" pitchFamily="49" charset="-128"/>
              <a:ea typeface="ＭＳ ゴシック" panose="020B0609070205080204" pitchFamily="49" charset="-128"/>
            </a:endParaRPr>
          </a:p>
        </p:txBody>
      </p:sp>
      <p:sp>
        <p:nvSpPr>
          <p:cNvPr id="10" name="テキスト ボックス 9">
            <a:extLst>
              <a:ext uri="{FF2B5EF4-FFF2-40B4-BE49-F238E27FC236}">
                <a16:creationId xmlns:a16="http://schemas.microsoft.com/office/drawing/2014/main" id="{23E42852-F589-5723-D6C8-EDBEDD064533}"/>
              </a:ext>
            </a:extLst>
          </p:cNvPr>
          <p:cNvSpPr txBox="1"/>
          <p:nvPr/>
        </p:nvSpPr>
        <p:spPr>
          <a:xfrm>
            <a:off x="6953250" y="725044"/>
            <a:ext cx="3614057" cy="369332"/>
          </a:xfrm>
          <a:prstGeom prst="rect">
            <a:avLst/>
          </a:prstGeom>
          <a:noFill/>
        </p:spPr>
        <p:txBody>
          <a:bodyPr wrap="square">
            <a:spAutoFit/>
          </a:bodyPr>
          <a:lstStyle/>
          <a:p>
            <a:r>
              <a:rPr lang="en-US" altLang="ja-JP" err="1"/>
              <a:t>config.json</a:t>
            </a:r>
            <a:r>
              <a:rPr lang="ja-JP" altLang="en-US"/>
              <a:t>の例</a:t>
            </a:r>
            <a:endParaRPr lang="en-US" altLang="ja-JP"/>
          </a:p>
        </p:txBody>
      </p:sp>
      <p:sp>
        <p:nvSpPr>
          <p:cNvPr id="7" name="テキスト ボックス 6">
            <a:extLst>
              <a:ext uri="{FF2B5EF4-FFF2-40B4-BE49-F238E27FC236}">
                <a16:creationId xmlns:a16="http://schemas.microsoft.com/office/drawing/2014/main" id="{AAD142D0-AE34-156C-12D4-12E61E3AE878}"/>
              </a:ext>
            </a:extLst>
          </p:cNvPr>
          <p:cNvSpPr txBox="1"/>
          <p:nvPr/>
        </p:nvSpPr>
        <p:spPr>
          <a:xfrm>
            <a:off x="804864" y="1094376"/>
            <a:ext cx="6148386" cy="4801314"/>
          </a:xfrm>
          <a:prstGeom prst="rect">
            <a:avLst/>
          </a:prstGeom>
          <a:noFill/>
        </p:spPr>
        <p:txBody>
          <a:bodyPr wrap="square">
            <a:spAutoFit/>
          </a:bodyPr>
          <a:lstStyle/>
          <a:p>
            <a:pPr marL="285750" indent="-285750">
              <a:buFont typeface="Arial" panose="020B0604020202020204" pitchFamily="34" charset="0"/>
              <a:buChar char="•"/>
            </a:pPr>
            <a:r>
              <a:rPr lang="ja-JP" altLang="en-US"/>
              <a:t>`“states” : [“A”, “B”, “C”]` は，物質A, B, Cの参照データを候補として利用することを意味する．</a:t>
            </a:r>
            <a:br>
              <a:rPr lang="en-US" altLang="ja-JP"/>
            </a:br>
            <a:r>
              <a:rPr lang="ja-JP" altLang="en-US"/>
              <a:t>参照スペクトルファイルに多数の物質のデータがあり，そのうち一部の物質を候補として解析するときにフィルタを掛けることができる．</a:t>
            </a:r>
            <a:endParaRPr lang="en-US" altLang="ja-JP"/>
          </a:p>
          <a:p>
            <a:pPr marL="285750" indent="-285750">
              <a:buFont typeface="Arial" panose="020B0604020202020204" pitchFamily="34" charset="0"/>
              <a:buChar char="•"/>
            </a:pPr>
            <a:r>
              <a:rPr lang="en-US" altLang="ja-JP"/>
              <a:t>“</a:t>
            </a:r>
            <a:r>
              <a:rPr lang="ja-JP" altLang="en-US"/>
              <a:t>is_common</a:t>
            </a:r>
            <a:r>
              <a:rPr lang="en-US" altLang="ja-JP"/>
              <a:t>”</a:t>
            </a:r>
            <a:r>
              <a:rPr lang="ja-JP" altLang="en-US"/>
              <a:t> のratio, shift, sigma, gammaそれぞれにtrue/falseを設定する．</a:t>
            </a:r>
            <a:endParaRPr lang="en-US" altLang="ja-JP"/>
          </a:p>
          <a:p>
            <a:pPr marL="742950" lvl="1" indent="-285750">
              <a:buFont typeface="Arial" panose="020B0604020202020204" pitchFamily="34" charset="0"/>
              <a:buChar char="•"/>
            </a:pPr>
            <a:r>
              <a:rPr lang="en-US" altLang="ja-JP"/>
              <a:t>true</a:t>
            </a:r>
            <a:r>
              <a:rPr lang="ja-JP" altLang="en-US"/>
              <a:t>に設定したパラメータは，複数のエネルギー準位のスペクトルを統合解析するときにパラメータの変化が共通化される．</a:t>
            </a:r>
            <a:endParaRPr lang="en-US" altLang="ja-JP"/>
          </a:p>
          <a:p>
            <a:pPr marL="742950" lvl="1" indent="-285750">
              <a:buFont typeface="Arial" panose="020B0604020202020204" pitchFamily="34" charset="0"/>
              <a:buChar char="•"/>
            </a:pPr>
            <a:r>
              <a:rPr lang="en-US" altLang="ja-JP"/>
              <a:t>ratio</a:t>
            </a:r>
            <a:r>
              <a:rPr lang="ja-JP" altLang="en-US"/>
              <a:t>と</a:t>
            </a:r>
            <a:r>
              <a:rPr lang="en-US" altLang="ja-JP"/>
              <a:t>shift</a:t>
            </a:r>
            <a:r>
              <a:rPr lang="ja-JP" altLang="en-US"/>
              <a:t>は共通化させること．</a:t>
            </a:r>
            <a:endParaRPr lang="en-US" altLang="ja-JP"/>
          </a:p>
          <a:p>
            <a:pPr marL="285750" indent="-285750">
              <a:buFont typeface="Arial" panose="020B0604020202020204" pitchFamily="34" charset="0"/>
              <a:buChar char="•"/>
            </a:pPr>
            <a:r>
              <a:rPr lang="en-US" altLang="ja-JP"/>
              <a:t>“</a:t>
            </a:r>
            <a:r>
              <a:rPr lang="ja-JP" altLang="en-US"/>
              <a:t>bounds</a:t>
            </a:r>
            <a:r>
              <a:rPr lang="en-US" altLang="ja-JP"/>
              <a:t>”</a:t>
            </a:r>
            <a:r>
              <a:rPr lang="ja-JP" altLang="en-US"/>
              <a:t> のratio, shift, sigma, gammaそれぞれに探索範囲の下限値・上限値を設定する．</a:t>
            </a:r>
            <a:endParaRPr lang="en-US" altLang="ja-JP"/>
          </a:p>
          <a:p>
            <a:pPr marL="742950" lvl="1" indent="-285750">
              <a:buFont typeface="Arial" panose="020B0604020202020204" pitchFamily="34" charset="0"/>
              <a:buChar char="•"/>
            </a:pPr>
            <a:r>
              <a:rPr lang="en-US" altLang="ja-JP"/>
              <a:t>s</a:t>
            </a:r>
            <a:r>
              <a:rPr lang="ja-JP" altLang="en-US"/>
              <a:t>hif</a:t>
            </a:r>
            <a:r>
              <a:rPr lang="en-US" altLang="ja-JP"/>
              <a:t>t, sigma, gamma</a:t>
            </a:r>
            <a:r>
              <a:rPr lang="ja-JP" altLang="en-US"/>
              <a:t>の単位はスペクトルデータの</a:t>
            </a:r>
            <a:r>
              <a:rPr lang="en-US" altLang="ja-JP"/>
              <a:t>x</a:t>
            </a:r>
            <a:r>
              <a:rPr lang="ja-JP" altLang="en-US"/>
              <a:t>軸と同じ．ratioに関してはランプ関数を使って基底選択を扱っており，そのため下限値を負の値にしている．</a:t>
            </a:r>
          </a:p>
        </p:txBody>
      </p:sp>
      <p:sp>
        <p:nvSpPr>
          <p:cNvPr id="9" name="テキスト ボックス 8">
            <a:extLst>
              <a:ext uri="{FF2B5EF4-FFF2-40B4-BE49-F238E27FC236}">
                <a16:creationId xmlns:a16="http://schemas.microsoft.com/office/drawing/2014/main" id="{31B2C4AC-8CB1-E964-F9F7-78C1AD515A6C}"/>
              </a:ext>
            </a:extLst>
          </p:cNvPr>
          <p:cNvSpPr txBox="1"/>
          <p:nvPr/>
        </p:nvSpPr>
        <p:spPr>
          <a:xfrm>
            <a:off x="449943" y="725044"/>
            <a:ext cx="2969532" cy="369332"/>
          </a:xfrm>
          <a:prstGeom prst="rect">
            <a:avLst/>
          </a:prstGeom>
          <a:noFill/>
        </p:spPr>
        <p:txBody>
          <a:bodyPr wrap="square">
            <a:spAutoFit/>
          </a:bodyPr>
          <a:lstStyle/>
          <a:p>
            <a:r>
              <a:rPr lang="ja-JP" altLang="en-US">
                <a:solidFill>
                  <a:schemeClr val="accent1"/>
                </a:solidFill>
              </a:rPr>
              <a:t>設定詳細（続き）</a:t>
            </a:r>
            <a:endParaRPr lang="ja-JP" altLang="en-US"/>
          </a:p>
        </p:txBody>
      </p:sp>
    </p:spTree>
    <p:extLst>
      <p:ext uri="{BB962C8B-B14F-4D97-AF65-F5344CB8AC3E}">
        <p14:creationId xmlns:p14="http://schemas.microsoft.com/office/powerpoint/2010/main" val="11526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55EE-09BF-2F39-2C9B-EB32D022C9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739FFB-0645-1735-F1DF-74ED9C77B4F7}"/>
              </a:ext>
            </a:extLst>
          </p:cNvPr>
          <p:cNvSpPr>
            <a:spLocks noGrp="1"/>
          </p:cNvSpPr>
          <p:nvPr>
            <p:ph type="title"/>
          </p:nvPr>
        </p:nvSpPr>
        <p:spPr/>
        <p:txBody>
          <a:bodyPr/>
          <a:lstStyle/>
          <a:p>
            <a:r>
              <a:rPr kumimoji="1" lang="ja-JP" altLang="en-US"/>
              <a:t>入力ファイル詳細</a:t>
            </a:r>
            <a:r>
              <a:rPr kumimoji="1" lang="en-US" altLang="ja-JP"/>
              <a:t>: </a:t>
            </a:r>
            <a:r>
              <a:rPr kumimoji="1" lang="ja-JP" altLang="en-US"/>
              <a:t>参照スペクトルファイル</a:t>
            </a:r>
            <a:r>
              <a:rPr lang="en-US" altLang="ja-JP"/>
              <a:t>reference.csv</a:t>
            </a:r>
            <a:endParaRPr lang="ja-JP" altLang="en-US"/>
          </a:p>
        </p:txBody>
      </p:sp>
      <p:sp>
        <p:nvSpPr>
          <p:cNvPr id="3" name="スライド番号プレースホルダー 2">
            <a:extLst>
              <a:ext uri="{FF2B5EF4-FFF2-40B4-BE49-F238E27FC236}">
                <a16:creationId xmlns:a16="http://schemas.microsoft.com/office/drawing/2014/main" id="{8D662BC6-405E-9C84-124D-CDE8B9691218}"/>
              </a:ext>
            </a:extLst>
          </p:cNvPr>
          <p:cNvSpPr>
            <a:spLocks noGrp="1"/>
          </p:cNvSpPr>
          <p:nvPr>
            <p:ph type="sldNum" sz="quarter" idx="12"/>
          </p:nvPr>
        </p:nvSpPr>
        <p:spPr/>
        <p:txBody>
          <a:bodyPr/>
          <a:lstStyle/>
          <a:p>
            <a:fld id="{1F3A5AE6-BFCB-4F88-9D92-FE4DDA45BCC2}" type="slidenum">
              <a:rPr lang="ja-JP" altLang="en-US" smtClean="0"/>
              <a:pPr/>
              <a:t>7</a:t>
            </a:fld>
            <a:endParaRPr lang="ja-JP" altLang="en-US"/>
          </a:p>
        </p:txBody>
      </p:sp>
      <p:sp>
        <p:nvSpPr>
          <p:cNvPr id="10" name="テキスト ボックス 9">
            <a:extLst>
              <a:ext uri="{FF2B5EF4-FFF2-40B4-BE49-F238E27FC236}">
                <a16:creationId xmlns:a16="http://schemas.microsoft.com/office/drawing/2014/main" id="{84BDAA8F-F964-2D2B-01C1-5489AD8B9299}"/>
              </a:ext>
            </a:extLst>
          </p:cNvPr>
          <p:cNvSpPr txBox="1"/>
          <p:nvPr/>
        </p:nvSpPr>
        <p:spPr>
          <a:xfrm>
            <a:off x="6953250" y="725044"/>
            <a:ext cx="3614057" cy="369332"/>
          </a:xfrm>
          <a:prstGeom prst="rect">
            <a:avLst/>
          </a:prstGeom>
          <a:noFill/>
        </p:spPr>
        <p:txBody>
          <a:bodyPr wrap="square">
            <a:spAutoFit/>
          </a:bodyPr>
          <a:lstStyle/>
          <a:p>
            <a:r>
              <a:rPr lang="en-US" altLang="ja-JP"/>
              <a:t>reference.csv</a:t>
            </a:r>
            <a:r>
              <a:rPr lang="ja-JP" altLang="en-US"/>
              <a:t>の例</a:t>
            </a:r>
            <a:endParaRPr lang="en-US" altLang="ja-JP"/>
          </a:p>
        </p:txBody>
      </p:sp>
      <p:graphicFrame>
        <p:nvGraphicFramePr>
          <p:cNvPr id="4" name="表 3">
            <a:extLst>
              <a:ext uri="{FF2B5EF4-FFF2-40B4-BE49-F238E27FC236}">
                <a16:creationId xmlns:a16="http://schemas.microsoft.com/office/drawing/2014/main" id="{9AD340EC-D846-3B9F-888D-E5EE3804644A}"/>
              </a:ext>
            </a:extLst>
          </p:cNvPr>
          <p:cNvGraphicFramePr>
            <a:graphicFrameLocks noGrp="1"/>
          </p:cNvGraphicFramePr>
          <p:nvPr>
            <p:extLst>
              <p:ext uri="{D42A27DB-BD31-4B8C-83A1-F6EECF244321}">
                <p14:modId xmlns:p14="http://schemas.microsoft.com/office/powerpoint/2010/main" val="1094579818"/>
              </p:ext>
            </p:extLst>
          </p:nvPr>
        </p:nvGraphicFramePr>
        <p:xfrm>
          <a:off x="7098621" y="1094376"/>
          <a:ext cx="4800600" cy="1190625"/>
        </p:xfrm>
        <a:graphic>
          <a:graphicData uri="http://schemas.openxmlformats.org/drawingml/2006/table">
            <a:tbl>
              <a:tblPr/>
              <a:tblGrid>
                <a:gridCol w="685800">
                  <a:extLst>
                    <a:ext uri="{9D8B030D-6E8A-4147-A177-3AD203B41FA5}">
                      <a16:colId xmlns:a16="http://schemas.microsoft.com/office/drawing/2014/main" val="1408880699"/>
                    </a:ext>
                  </a:extLst>
                </a:gridCol>
                <a:gridCol w="685800">
                  <a:extLst>
                    <a:ext uri="{9D8B030D-6E8A-4147-A177-3AD203B41FA5}">
                      <a16:colId xmlns:a16="http://schemas.microsoft.com/office/drawing/2014/main" val="3791438238"/>
                    </a:ext>
                  </a:extLst>
                </a:gridCol>
                <a:gridCol w="685800">
                  <a:extLst>
                    <a:ext uri="{9D8B030D-6E8A-4147-A177-3AD203B41FA5}">
                      <a16:colId xmlns:a16="http://schemas.microsoft.com/office/drawing/2014/main" val="2036354158"/>
                    </a:ext>
                  </a:extLst>
                </a:gridCol>
                <a:gridCol w="685800">
                  <a:extLst>
                    <a:ext uri="{9D8B030D-6E8A-4147-A177-3AD203B41FA5}">
                      <a16:colId xmlns:a16="http://schemas.microsoft.com/office/drawing/2014/main" val="379000612"/>
                    </a:ext>
                  </a:extLst>
                </a:gridCol>
                <a:gridCol w="685800">
                  <a:extLst>
                    <a:ext uri="{9D8B030D-6E8A-4147-A177-3AD203B41FA5}">
                      <a16:colId xmlns:a16="http://schemas.microsoft.com/office/drawing/2014/main" val="3711336631"/>
                    </a:ext>
                  </a:extLst>
                </a:gridCol>
                <a:gridCol w="685800">
                  <a:extLst>
                    <a:ext uri="{9D8B030D-6E8A-4147-A177-3AD203B41FA5}">
                      <a16:colId xmlns:a16="http://schemas.microsoft.com/office/drawing/2014/main" val="2950452689"/>
                    </a:ext>
                  </a:extLst>
                </a:gridCol>
                <a:gridCol w="685800">
                  <a:extLst>
                    <a:ext uri="{9D8B030D-6E8A-4147-A177-3AD203B41FA5}">
                      <a16:colId xmlns:a16="http://schemas.microsoft.com/office/drawing/2014/main" val="971776689"/>
                    </a:ext>
                  </a:extLst>
                </a:gridCol>
              </a:tblGrid>
              <a:tr h="238125">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state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series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position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sigma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gamma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area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2699335"/>
                  </a:ext>
                </a:extLst>
              </a:tr>
              <a:tr h="238125">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Cu-metal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Cu2p3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932.6757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0.238954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0.277204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167293.1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4597502"/>
                  </a:ext>
                </a:extLst>
              </a:tr>
              <a:tr h="238125">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Cu-metal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Cu2p3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947.3473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5.262375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0.264891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60014.85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4911162"/>
                  </a:ext>
                </a:extLst>
              </a:tr>
              <a:tr h="238125">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Cu-metal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游ゴシック" panose="020B0400000000000000" pitchFamily="50" charset="-128"/>
                          <a:ea typeface="游ゴシック" panose="020B0400000000000000" pitchFamily="50" charset="-128"/>
                        </a:rPr>
                        <a:t>Cu2p3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936.8196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0.717601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0.212558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2623.717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3526658"/>
                  </a:ext>
                </a:extLst>
              </a:tr>
              <a:tr h="238125">
                <a:tc>
                  <a:txBody>
                    <a:bodyPr/>
                    <a:lstStyle/>
                    <a:p>
                      <a:pPr algn="l"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alt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alt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alt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alt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kumimoji="1" lang="en-US" altLang="ja-JP" sz="1100" b="0" i="0" u="none" strike="noStrike" kern="1200" cap="none" spc="0" normalizeH="0" baseline="0" noProof="0">
                          <a:ln>
                            <a:noFill/>
                          </a:ln>
                          <a:solidFill>
                            <a:srgbClr val="000000"/>
                          </a:solidFill>
                          <a:effectLst/>
                          <a:uLnTx/>
                          <a:uFillTx/>
                          <a:latin typeface="游ゴシック" panose="020B0400000000000000" pitchFamily="50" charset="-128"/>
                          <a:ea typeface="游ゴシック" panose="020B0400000000000000" pitchFamily="50" charset="-128"/>
                          <a:cs typeface="+mn-cs"/>
                        </a:rPr>
                        <a:t>…</a:t>
                      </a:r>
                      <a:endParaRPr lang="en-US" alt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6462066"/>
                  </a:ext>
                </a:extLst>
              </a:tr>
            </a:tbl>
          </a:graphicData>
        </a:graphic>
      </p:graphicFrame>
      <p:sp>
        <p:nvSpPr>
          <p:cNvPr id="5" name="テキスト ボックス 4">
            <a:extLst>
              <a:ext uri="{FF2B5EF4-FFF2-40B4-BE49-F238E27FC236}">
                <a16:creationId xmlns:a16="http://schemas.microsoft.com/office/drawing/2014/main" id="{AEE4AF91-F7B4-CDF2-1F85-D35AABE2FFF7}"/>
              </a:ext>
            </a:extLst>
          </p:cNvPr>
          <p:cNvSpPr txBox="1"/>
          <p:nvPr/>
        </p:nvSpPr>
        <p:spPr>
          <a:xfrm>
            <a:off x="449942" y="771210"/>
            <a:ext cx="6192905" cy="646331"/>
          </a:xfrm>
          <a:prstGeom prst="rect">
            <a:avLst/>
          </a:prstGeom>
          <a:noFill/>
        </p:spPr>
        <p:txBody>
          <a:bodyPr wrap="square">
            <a:spAutoFit/>
          </a:bodyPr>
          <a:lstStyle/>
          <a:p>
            <a:r>
              <a:rPr lang="ja-JP" altLang="en-US">
                <a:solidFill>
                  <a:schemeClr val="accent1"/>
                </a:solidFill>
              </a:rPr>
              <a:t>参照スペクトルファイル</a:t>
            </a:r>
          </a:p>
          <a:p>
            <a:pPr marL="742950" lvl="1" indent="-285750">
              <a:buFont typeface="Arial" panose="020B0604020202020204" pitchFamily="34" charset="0"/>
              <a:buChar char="•"/>
            </a:pPr>
            <a:r>
              <a:rPr lang="ja-JP" altLang="en-US"/>
              <a:t>ファイル名のルール： </a:t>
            </a:r>
            <a:r>
              <a:rPr lang="en-US" altLang="ja-JP"/>
              <a:t>reference.csv</a:t>
            </a:r>
          </a:p>
        </p:txBody>
      </p:sp>
      <p:sp>
        <p:nvSpPr>
          <p:cNvPr id="6" name="テキスト ボックス 5">
            <a:extLst>
              <a:ext uri="{FF2B5EF4-FFF2-40B4-BE49-F238E27FC236}">
                <a16:creationId xmlns:a16="http://schemas.microsoft.com/office/drawing/2014/main" id="{D262CD15-A5EF-61DD-A75A-060FE37343E6}"/>
              </a:ext>
            </a:extLst>
          </p:cNvPr>
          <p:cNvSpPr txBox="1"/>
          <p:nvPr/>
        </p:nvSpPr>
        <p:spPr>
          <a:xfrm>
            <a:off x="449941" y="1468031"/>
            <a:ext cx="11571730" cy="4801314"/>
          </a:xfrm>
          <a:prstGeom prst="rect">
            <a:avLst/>
          </a:prstGeom>
          <a:noFill/>
        </p:spPr>
        <p:txBody>
          <a:bodyPr wrap="square">
            <a:spAutoFit/>
          </a:bodyPr>
          <a:lstStyle/>
          <a:p>
            <a:pPr marL="285750" indent="-285750">
              <a:buFont typeface="Arial" panose="020B0604020202020204" pitchFamily="34" charset="0"/>
              <a:buChar char="•"/>
            </a:pPr>
            <a:r>
              <a:rPr lang="en-US" altLang="ja-JP"/>
              <a:t>1</a:t>
            </a:r>
            <a:r>
              <a:rPr lang="ja-JP" altLang="en-US"/>
              <a:t>つの行が</a:t>
            </a:r>
            <a:r>
              <a:rPr lang="en-US" altLang="ja-JP"/>
              <a:t>1</a:t>
            </a:r>
            <a:r>
              <a:rPr lang="ja-JP" altLang="en-US"/>
              <a:t>つのピーク関数を記述する． </a:t>
            </a:r>
            <a:endParaRPr lang="en-US" altLang="ja-JP"/>
          </a:p>
          <a:p>
            <a:pPr marL="285750" indent="-285750">
              <a:buFont typeface="Arial" panose="020B0604020202020204" pitchFamily="34" charset="0"/>
              <a:buChar char="•"/>
            </a:pPr>
            <a:r>
              <a:rPr lang="ja-JP" altLang="en-US"/>
              <a:t>ヘッダ行：</a:t>
            </a:r>
            <a:r>
              <a:rPr lang="en-US" altLang="ja-JP"/>
              <a:t>`</a:t>
            </a:r>
            <a:r>
              <a:rPr lang="en-US" altLang="ja-JP" err="1"/>
              <a:t>state,series,A,position,sigma,gamma,area</a:t>
            </a:r>
            <a:r>
              <a:rPr lang="en-US" altLang="ja-JP"/>
              <a:t>`</a:t>
            </a:r>
          </a:p>
          <a:p>
            <a:pPr marL="285750" indent="-285750">
              <a:buFont typeface="Arial" panose="020B0604020202020204" pitchFamily="34" charset="0"/>
              <a:buChar char="•"/>
            </a:pPr>
            <a:r>
              <a:rPr lang="ja-JP" altLang="en-US"/>
              <a:t>“</a:t>
            </a:r>
            <a:r>
              <a:rPr lang="en-US" altLang="ja-JP"/>
              <a:t>state”</a:t>
            </a:r>
            <a:r>
              <a:rPr lang="ja-JP" altLang="en-US"/>
              <a:t>列</a:t>
            </a:r>
            <a:r>
              <a:rPr lang="en-US" altLang="ja-JP"/>
              <a:t>: </a:t>
            </a:r>
            <a:r>
              <a:rPr lang="ja-JP" altLang="en-US"/>
              <a:t>物質名．</a:t>
            </a:r>
            <a:endParaRPr lang="en-US" altLang="ja-JP"/>
          </a:p>
          <a:p>
            <a:pPr marL="742950" lvl="1" indent="-285750">
              <a:buFont typeface="Arial" panose="020B0604020202020204" pitchFamily="34" charset="0"/>
              <a:buChar char="•"/>
            </a:pPr>
            <a:r>
              <a:rPr lang="ja-JP" altLang="en-US"/>
              <a:t>例：</a:t>
            </a:r>
            <a:r>
              <a:rPr lang="en-US" altLang="ja-JP"/>
              <a:t>Cu-metal, Cu2O, </a:t>
            </a:r>
            <a:r>
              <a:rPr lang="en-US" altLang="ja-JP" err="1"/>
              <a:t>CuO</a:t>
            </a:r>
            <a:r>
              <a:rPr lang="en-US" altLang="ja-JP"/>
              <a:t>, A, B, C, ...</a:t>
            </a:r>
          </a:p>
          <a:p>
            <a:pPr marL="742950" lvl="1" indent="-285750">
              <a:buFont typeface="Arial" panose="020B0604020202020204" pitchFamily="34" charset="0"/>
              <a:buChar char="•"/>
            </a:pPr>
            <a:r>
              <a:rPr lang="ja-JP" altLang="en-US"/>
              <a:t>設定ファイルの“states</a:t>
            </a:r>
            <a:r>
              <a:rPr lang="en-US" altLang="ja-JP"/>
              <a:t>”</a:t>
            </a:r>
            <a:r>
              <a:rPr lang="ja-JP" altLang="en-US"/>
              <a:t>で設定する文字列と対応していること．</a:t>
            </a:r>
            <a:endParaRPr lang="en-US" altLang="ja-JP"/>
          </a:p>
          <a:p>
            <a:pPr marL="285750" indent="-285750">
              <a:buFont typeface="Arial" panose="020B0604020202020204" pitchFamily="34" charset="0"/>
              <a:buChar char="•"/>
            </a:pPr>
            <a:r>
              <a:rPr lang="en-US" altLang="ja-JP"/>
              <a:t>“series”</a:t>
            </a:r>
            <a:r>
              <a:rPr lang="ja-JP" altLang="en-US"/>
              <a:t>列</a:t>
            </a:r>
            <a:r>
              <a:rPr lang="en-US" altLang="ja-JP"/>
              <a:t>: </a:t>
            </a:r>
            <a:r>
              <a:rPr lang="ja-JP" altLang="en-US"/>
              <a:t>基本的にはエネルギー準位に相当する記号．</a:t>
            </a:r>
            <a:endParaRPr lang="en-US" altLang="ja-JP"/>
          </a:p>
          <a:p>
            <a:pPr marL="742950" lvl="1" indent="-285750">
              <a:buFont typeface="Arial" panose="020B0604020202020204" pitchFamily="34" charset="0"/>
              <a:buChar char="•"/>
            </a:pPr>
            <a:r>
              <a:rPr lang="ja-JP" altLang="en-US"/>
              <a:t>例：</a:t>
            </a:r>
            <a:r>
              <a:rPr lang="en-US" altLang="ja-JP"/>
              <a:t>O1s, Ti2p, Cu2p, .... </a:t>
            </a:r>
          </a:p>
          <a:p>
            <a:pPr marL="742950" lvl="1" indent="-285750">
              <a:buFont typeface="Arial" panose="020B0604020202020204" pitchFamily="34" charset="0"/>
              <a:buChar char="•"/>
            </a:pPr>
            <a:r>
              <a:rPr lang="ja-JP" altLang="en-US"/>
              <a:t>スペクトルデータのファイル名は必ず</a:t>
            </a:r>
            <a:r>
              <a:rPr lang="en-US" altLang="ja-JP"/>
              <a:t> “series”</a:t>
            </a:r>
            <a:r>
              <a:rPr lang="ja-JP" altLang="en-US"/>
              <a:t>の記号のいずれかから始まっている必要がある．</a:t>
            </a:r>
            <a:endParaRPr lang="en-US" altLang="ja-JP"/>
          </a:p>
          <a:p>
            <a:pPr marL="285750" indent="-285750">
              <a:buFont typeface="Arial" panose="020B0604020202020204" pitchFamily="34" charset="0"/>
              <a:buChar char="•"/>
            </a:pPr>
            <a:r>
              <a:rPr lang="en-US" altLang="ja-JP"/>
              <a:t>“A”</a:t>
            </a:r>
            <a:r>
              <a:rPr lang="ja-JP" altLang="en-US"/>
              <a:t>列</a:t>
            </a:r>
            <a:r>
              <a:rPr lang="en-US" altLang="ja-JP"/>
              <a:t>: </a:t>
            </a:r>
            <a:r>
              <a:rPr lang="ja-JP" altLang="en-US"/>
              <a:t>原子数分率</a:t>
            </a:r>
            <a:endParaRPr lang="en-US" altLang="ja-JP"/>
          </a:p>
          <a:p>
            <a:pPr marL="742950" lvl="1" indent="-285750">
              <a:buFont typeface="Arial" panose="020B0604020202020204" pitchFamily="34" charset="0"/>
              <a:buChar char="•"/>
            </a:pPr>
            <a:r>
              <a:rPr lang="ja-JP" altLang="en-US"/>
              <a:t>例．SrTiO</a:t>
            </a:r>
            <a:r>
              <a:rPr lang="ja-JP" altLang="en-US" baseline="-25000"/>
              <a:t>3</a:t>
            </a:r>
            <a:r>
              <a:rPr lang="ja-JP" altLang="en-US"/>
              <a:t>のSr3d, Ti2p, O1sの統合解析をする場合，A = 0.2 (Sr3d), 0.2 (Ti2p), 0.6 (O1s).</a:t>
            </a:r>
            <a:endParaRPr lang="en-US" altLang="ja-JP"/>
          </a:p>
          <a:p>
            <a:pPr marL="742950" lvl="1" indent="-285750">
              <a:buFont typeface="Arial" panose="020B0604020202020204" pitchFamily="34" charset="0"/>
              <a:buChar char="•"/>
            </a:pPr>
            <a:r>
              <a:rPr lang="ja-JP" altLang="en-US"/>
              <a:t>例．Cu化合物のCu2pとCuLMMの統合解析をする場合，A = 1.0 (Cu2p), 1.0 (CuLMM).</a:t>
            </a:r>
            <a:endParaRPr lang="en-US" altLang="ja-JP"/>
          </a:p>
          <a:p>
            <a:pPr marL="285750" indent="-285750">
              <a:buFont typeface="Arial" panose="020B0604020202020204" pitchFamily="34" charset="0"/>
              <a:buChar char="•"/>
            </a:pPr>
            <a:r>
              <a:rPr lang="en-US" altLang="ja-JP"/>
              <a:t>“position”</a:t>
            </a:r>
            <a:r>
              <a:rPr lang="ja-JP" altLang="en-US"/>
              <a:t>列</a:t>
            </a:r>
            <a:r>
              <a:rPr lang="en-US" altLang="ja-JP"/>
              <a:t>: </a:t>
            </a:r>
            <a:r>
              <a:rPr lang="ja-JP" altLang="en-US"/>
              <a:t>ピーク位置</a:t>
            </a:r>
            <a:endParaRPr lang="en-US" altLang="ja-JP"/>
          </a:p>
          <a:p>
            <a:pPr marL="285750" indent="-285750">
              <a:buFont typeface="Arial" panose="020B0604020202020204" pitchFamily="34" charset="0"/>
              <a:buChar char="•"/>
            </a:pPr>
            <a:r>
              <a:rPr lang="en-US" altLang="ja-JP"/>
              <a:t>“sigma”</a:t>
            </a:r>
            <a:r>
              <a:rPr lang="ja-JP" altLang="en-US"/>
              <a:t>列</a:t>
            </a:r>
            <a:r>
              <a:rPr lang="en-US" altLang="ja-JP"/>
              <a:t>: Voigt</a:t>
            </a:r>
            <a:r>
              <a:rPr lang="ja-JP" altLang="en-US"/>
              <a:t>関数のガウス幅</a:t>
            </a:r>
            <a:endParaRPr lang="en-US" altLang="ja-JP"/>
          </a:p>
          <a:p>
            <a:pPr marL="285750" indent="-285750">
              <a:buFont typeface="Arial" panose="020B0604020202020204" pitchFamily="34" charset="0"/>
              <a:buChar char="•"/>
            </a:pPr>
            <a:r>
              <a:rPr lang="en-US" altLang="ja-JP"/>
              <a:t>“gamma”</a:t>
            </a:r>
            <a:r>
              <a:rPr lang="ja-JP" altLang="en-US"/>
              <a:t>列</a:t>
            </a:r>
            <a:r>
              <a:rPr lang="en-US" altLang="ja-JP"/>
              <a:t>: Voigt</a:t>
            </a:r>
            <a:r>
              <a:rPr lang="ja-JP" altLang="en-US"/>
              <a:t>関数のローレンツ幅</a:t>
            </a:r>
            <a:endParaRPr lang="en-US" altLang="ja-JP"/>
          </a:p>
          <a:p>
            <a:pPr marL="285750" indent="-285750">
              <a:buFont typeface="Arial" panose="020B0604020202020204" pitchFamily="34" charset="0"/>
              <a:buChar char="•"/>
            </a:pPr>
            <a:r>
              <a:rPr lang="en-US" altLang="ja-JP"/>
              <a:t>“area”</a:t>
            </a:r>
            <a:r>
              <a:rPr lang="ja-JP" altLang="en-US"/>
              <a:t>列</a:t>
            </a:r>
            <a:r>
              <a:rPr lang="en-US" altLang="ja-JP"/>
              <a:t>: </a:t>
            </a:r>
            <a:r>
              <a:rPr lang="ja-JP" altLang="en-US"/>
              <a:t>ピーク面積</a:t>
            </a:r>
          </a:p>
          <a:p>
            <a:pPr marL="285750" indent="-285750">
              <a:buFont typeface="Arial" panose="020B0604020202020204" pitchFamily="34" charset="0"/>
              <a:buChar char="•"/>
            </a:pPr>
            <a:r>
              <a:rPr lang="en-US" altLang="ja-JP"/>
              <a:t>`state`</a:t>
            </a:r>
            <a:r>
              <a:rPr lang="ja-JP" altLang="en-US"/>
              <a:t>と</a:t>
            </a:r>
            <a:r>
              <a:rPr lang="en-US" altLang="ja-JP"/>
              <a:t>`series`</a:t>
            </a:r>
            <a:r>
              <a:rPr lang="ja-JP" altLang="en-US"/>
              <a:t>が共通する行をまとめたものが</a:t>
            </a:r>
            <a:r>
              <a:rPr lang="en-US" altLang="ja-JP"/>
              <a:t>1</a:t>
            </a:r>
            <a:r>
              <a:rPr lang="ja-JP" altLang="en-US"/>
              <a:t>つの参照データである．標準物質のスペクトルをピークフィッティングした結果をこの書式になるように追加すればいい．</a:t>
            </a:r>
            <a:endParaRPr lang="en-US" altLang="ja-JP"/>
          </a:p>
        </p:txBody>
      </p:sp>
    </p:spTree>
    <p:extLst>
      <p:ext uri="{BB962C8B-B14F-4D97-AF65-F5344CB8AC3E}">
        <p14:creationId xmlns:p14="http://schemas.microsoft.com/office/powerpoint/2010/main" val="2612491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B40B-2BF0-744C-41C5-17721364CA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391D64-737F-0653-07CF-BDE837C55C13}"/>
              </a:ext>
            </a:extLst>
          </p:cNvPr>
          <p:cNvSpPr>
            <a:spLocks noGrp="1"/>
          </p:cNvSpPr>
          <p:nvPr>
            <p:ph type="title"/>
          </p:nvPr>
        </p:nvSpPr>
        <p:spPr/>
        <p:txBody>
          <a:bodyPr/>
          <a:lstStyle/>
          <a:p>
            <a:r>
              <a:rPr kumimoji="1" lang="ja-JP" altLang="en-US" dirty="0"/>
              <a:t>出力ファイルの例</a:t>
            </a:r>
          </a:p>
        </p:txBody>
      </p:sp>
      <p:sp>
        <p:nvSpPr>
          <p:cNvPr id="3" name="スライド番号プレースホルダー 2">
            <a:extLst>
              <a:ext uri="{FF2B5EF4-FFF2-40B4-BE49-F238E27FC236}">
                <a16:creationId xmlns:a16="http://schemas.microsoft.com/office/drawing/2014/main" id="{C8C05CB3-C5A5-0978-9403-94DBC636E62E}"/>
              </a:ext>
            </a:extLst>
          </p:cNvPr>
          <p:cNvSpPr>
            <a:spLocks noGrp="1"/>
          </p:cNvSpPr>
          <p:nvPr>
            <p:ph type="sldNum" sz="quarter" idx="12"/>
          </p:nvPr>
        </p:nvSpPr>
        <p:spPr/>
        <p:txBody>
          <a:bodyPr/>
          <a:lstStyle/>
          <a:p>
            <a:fld id="{1F3A5AE6-BFCB-4F88-9D92-FE4DDA45BCC2}" type="slidenum">
              <a:rPr lang="ja-JP" altLang="en-US" smtClean="0"/>
              <a:pPr/>
              <a:t>8</a:t>
            </a:fld>
            <a:endParaRPr lang="ja-JP" altLang="en-US"/>
          </a:p>
        </p:txBody>
      </p:sp>
      <p:sp>
        <p:nvSpPr>
          <p:cNvPr id="6" name="テキスト ボックス 5">
            <a:extLst>
              <a:ext uri="{FF2B5EF4-FFF2-40B4-BE49-F238E27FC236}">
                <a16:creationId xmlns:a16="http://schemas.microsoft.com/office/drawing/2014/main" id="{3A948A4D-AAE2-C669-A396-4A549553DF3B}"/>
              </a:ext>
            </a:extLst>
          </p:cNvPr>
          <p:cNvSpPr txBox="1"/>
          <p:nvPr/>
        </p:nvSpPr>
        <p:spPr>
          <a:xfrm>
            <a:off x="342900" y="612071"/>
            <a:ext cx="10934700" cy="646331"/>
          </a:xfrm>
          <a:prstGeom prst="rect">
            <a:avLst/>
          </a:prstGeom>
          <a:noFill/>
        </p:spPr>
        <p:txBody>
          <a:bodyPr wrap="square">
            <a:spAutoFit/>
          </a:bodyPr>
          <a:lstStyle/>
          <a:p>
            <a:r>
              <a:rPr lang="ja-JP" altLang="en-US" dirty="0"/>
              <a:t>出力ファイルとして</a:t>
            </a:r>
            <a:r>
              <a:rPr lang="en-US" altLang="ja-JP" dirty="0"/>
              <a:t>out</a:t>
            </a:r>
            <a:r>
              <a:rPr lang="ja-JP" altLang="en-US" dirty="0"/>
              <a:t>フォルダに </a:t>
            </a:r>
            <a:r>
              <a:rPr lang="en-US" altLang="ja-JP" dirty="0"/>
              <a:t>“parameters_*.</a:t>
            </a:r>
            <a:r>
              <a:rPr lang="en-US" altLang="ja-JP" dirty="0" err="1"/>
              <a:t>json</a:t>
            </a:r>
            <a:r>
              <a:rPr lang="en-US" altLang="ja-JP" dirty="0"/>
              <a:t>” </a:t>
            </a:r>
            <a:r>
              <a:rPr lang="ja-JP" altLang="en-US" dirty="0"/>
              <a:t>が得られます．ここには解析結果のパラメータが格納されています．</a:t>
            </a:r>
            <a:endParaRPr lang="en-US" altLang="ja-JP" dirty="0"/>
          </a:p>
        </p:txBody>
      </p:sp>
      <p:sp>
        <p:nvSpPr>
          <p:cNvPr id="7" name="テキスト ボックス 6">
            <a:extLst>
              <a:ext uri="{FF2B5EF4-FFF2-40B4-BE49-F238E27FC236}">
                <a16:creationId xmlns:a16="http://schemas.microsoft.com/office/drawing/2014/main" id="{69AF99C2-6905-5D34-E7FD-CF1D22168D51}"/>
              </a:ext>
            </a:extLst>
          </p:cNvPr>
          <p:cNvSpPr txBox="1"/>
          <p:nvPr/>
        </p:nvSpPr>
        <p:spPr>
          <a:xfrm>
            <a:off x="595148" y="1454549"/>
            <a:ext cx="10072852" cy="2246769"/>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txBody>
          <a:bodyPr wrap="square">
            <a:spAutoFit/>
          </a:bodyPr>
          <a:lstStyle/>
          <a:p>
            <a:r>
              <a:rPr lang="ja-JP" altLang="en-US" sz="1400"/>
              <a:t>{</a:t>
            </a:r>
          </a:p>
          <a:p>
            <a:r>
              <a:rPr lang="ja-JP" altLang="en-US" sz="1400"/>
              <a:t>    "peaks": {</a:t>
            </a:r>
          </a:p>
          <a:p>
            <a:r>
              <a:rPr lang="ja-JP" altLang="en-US" sz="1400"/>
              <a:t>        "h": 6155.224639394345,</a:t>
            </a:r>
          </a:p>
          <a:p>
            <a:r>
              <a:rPr lang="ja-JP" altLang="en-US" sz="1400" b="1"/>
              <a:t>        "area": [0.0, 0.3129669868275793, 0.31137051671880084, 0.3756624964536199],</a:t>
            </a:r>
          </a:p>
          <a:p>
            <a:r>
              <a:rPr lang="ja-JP" altLang="en-US" sz="1400"/>
              <a:t>        "position": [-0.026889931049804805, -0.0654824459334347, 0.5, 0.2782609358508878],</a:t>
            </a:r>
          </a:p>
          <a:p>
            <a:r>
              <a:rPr lang="ja-JP" altLang="en-US" sz="1400"/>
              <a:t>        "sigma": [1.011915489053699, 1.4988720382483527, 1.0163064010044498, 0.9],</a:t>
            </a:r>
          </a:p>
          <a:p>
            <a:r>
              <a:rPr lang="ja-JP" altLang="en-US" sz="1400"/>
              <a:t>        "gamma": [1.4203028872324366, 1.5, 1.5, 0.9]</a:t>
            </a:r>
          </a:p>
          <a:p>
            <a:r>
              <a:rPr lang="ja-JP" altLang="en-US" sz="1400"/>
              <a:t>    },</a:t>
            </a:r>
          </a:p>
          <a:p>
            <a:r>
              <a:rPr lang="ja-JP" altLang="en-US" sz="1400"/>
              <a:t>    "background": {"a": 10314.86589752067, "b": 8830.625052029336}</a:t>
            </a:r>
          </a:p>
          <a:p>
            <a:r>
              <a:rPr lang="ja-JP" altLang="en-US" sz="1400"/>
              <a:t>}</a:t>
            </a:r>
          </a:p>
        </p:txBody>
      </p:sp>
      <p:sp>
        <p:nvSpPr>
          <p:cNvPr id="11" name="テキスト ボックス 10">
            <a:extLst>
              <a:ext uri="{FF2B5EF4-FFF2-40B4-BE49-F238E27FC236}">
                <a16:creationId xmlns:a16="http://schemas.microsoft.com/office/drawing/2014/main" id="{25F469FF-6F4E-BD59-6E8D-B2CCB6B36F7C}"/>
              </a:ext>
            </a:extLst>
          </p:cNvPr>
          <p:cNvSpPr txBox="1"/>
          <p:nvPr/>
        </p:nvSpPr>
        <p:spPr>
          <a:xfrm>
            <a:off x="595148" y="4045747"/>
            <a:ext cx="11365624" cy="923330"/>
          </a:xfrm>
          <a:prstGeom prst="rect">
            <a:avLst/>
          </a:prstGeom>
          <a:noFill/>
        </p:spPr>
        <p:txBody>
          <a:bodyPr wrap="square">
            <a:spAutoFit/>
          </a:bodyPr>
          <a:lstStyle>
            <a:defPPr>
              <a:defRPr lang="ja-JP"/>
            </a:defPPr>
            <a:lvl1pPr marR="73870"/>
          </a:lstStyle>
          <a:p>
            <a:r>
              <a:rPr lang="ja-JP" altLang="en-US"/>
              <a:t>この例では入力の設定ファイル</a:t>
            </a:r>
            <a:r>
              <a:rPr lang="en-US" altLang="ja-JP" err="1"/>
              <a:t>config.json</a:t>
            </a:r>
            <a:r>
              <a:rPr lang="ja-JP" altLang="en-US"/>
              <a:t>で，次のように４つの物質を指定しました．</a:t>
            </a:r>
            <a:endParaRPr lang="en-US" altLang="ja-JP"/>
          </a:p>
          <a:p>
            <a:r>
              <a:rPr lang="en-US" altLang="ja-JP"/>
              <a:t>	"states": [Cu-metal", Cu2O", "</a:t>
            </a:r>
            <a:r>
              <a:rPr lang="en-US" altLang="ja-JP" err="1"/>
              <a:t>CuO</a:t>
            </a:r>
            <a:r>
              <a:rPr lang="en-US" altLang="ja-JP"/>
              <a:t>", "Cu(OH)2"],</a:t>
            </a:r>
          </a:p>
          <a:p>
            <a:r>
              <a:rPr lang="ja-JP" altLang="en-US"/>
              <a:t>出力の </a:t>
            </a:r>
            <a:r>
              <a:rPr lang="en-US" altLang="ja-JP"/>
              <a:t>“parameters_*.</a:t>
            </a:r>
            <a:r>
              <a:rPr lang="en-US" altLang="ja-JP" err="1"/>
              <a:t>json</a:t>
            </a:r>
            <a:r>
              <a:rPr lang="en-US" altLang="ja-JP"/>
              <a:t>” </a:t>
            </a:r>
            <a:r>
              <a:rPr lang="ja-JP" altLang="en-US"/>
              <a:t>の </a:t>
            </a:r>
            <a:r>
              <a:rPr lang="en-US" altLang="ja-JP"/>
              <a:t>“peaks” </a:t>
            </a:r>
            <a:r>
              <a:rPr lang="en-US" altLang="ja-JP">
                <a:sym typeface="Wingdings" panose="05000000000000000000" pitchFamily="2" charset="2"/>
              </a:rPr>
              <a:t> “area” </a:t>
            </a:r>
            <a:r>
              <a:rPr lang="ja-JP" altLang="en-US">
                <a:sym typeface="Wingdings" panose="05000000000000000000" pitchFamily="2" charset="2"/>
              </a:rPr>
              <a:t>の４つの数値は，</a:t>
            </a:r>
            <a:r>
              <a:rPr lang="ja-JP" altLang="en-US"/>
              <a:t>これら４つの物質の比率に対応します．</a:t>
            </a:r>
          </a:p>
        </p:txBody>
      </p:sp>
      <p:sp>
        <p:nvSpPr>
          <p:cNvPr id="12" name="テキスト ボックス 11">
            <a:extLst>
              <a:ext uri="{FF2B5EF4-FFF2-40B4-BE49-F238E27FC236}">
                <a16:creationId xmlns:a16="http://schemas.microsoft.com/office/drawing/2014/main" id="{971ABA60-7E62-368C-5EA5-0AF9E6BBA942}"/>
              </a:ext>
            </a:extLst>
          </p:cNvPr>
          <p:cNvSpPr txBox="1"/>
          <p:nvPr/>
        </p:nvSpPr>
        <p:spPr>
          <a:xfrm>
            <a:off x="595148" y="5403451"/>
            <a:ext cx="11113376" cy="646331"/>
          </a:xfrm>
          <a:prstGeom prst="rect">
            <a:avLst/>
          </a:prstGeom>
          <a:noFill/>
        </p:spPr>
        <p:txBody>
          <a:bodyPr wrap="square">
            <a:spAutoFit/>
          </a:bodyPr>
          <a:lstStyle>
            <a:defPPr>
              <a:defRPr lang="ja-JP"/>
            </a:defPPr>
            <a:lvl1pPr marR="73870"/>
          </a:lstStyle>
          <a:p>
            <a:r>
              <a:rPr lang="ja-JP" altLang="en-US"/>
              <a:t>入力の設定ファイル</a:t>
            </a:r>
            <a:r>
              <a:rPr lang="en-US" altLang="ja-JP" err="1"/>
              <a:t>config.json</a:t>
            </a:r>
            <a:r>
              <a:rPr lang="ja-JP" altLang="en-US"/>
              <a:t>で </a:t>
            </a:r>
            <a:r>
              <a:rPr lang="en-US" altLang="ja-JP"/>
              <a:t>“</a:t>
            </a:r>
            <a:r>
              <a:rPr lang="en-US" altLang="ja-JP" err="1"/>
              <a:t>is_common</a:t>
            </a:r>
            <a:r>
              <a:rPr lang="en-US" altLang="ja-JP"/>
              <a:t>” </a:t>
            </a:r>
            <a:r>
              <a:rPr lang="en-US" altLang="ja-JP">
                <a:sym typeface="Wingdings" panose="05000000000000000000" pitchFamily="2" charset="2"/>
              </a:rPr>
              <a:t> “ratio” </a:t>
            </a:r>
            <a:r>
              <a:rPr lang="ja-JP" altLang="en-US">
                <a:sym typeface="Wingdings" panose="05000000000000000000" pitchFamily="2" charset="2"/>
              </a:rPr>
              <a:t>を </a:t>
            </a:r>
            <a:r>
              <a:rPr lang="en-US" altLang="ja-JP">
                <a:sym typeface="Wingdings" panose="05000000000000000000" pitchFamily="2" charset="2"/>
              </a:rPr>
              <a:t>true</a:t>
            </a:r>
            <a:r>
              <a:rPr lang="ja-JP" altLang="en-US">
                <a:sym typeface="Wingdings" panose="05000000000000000000" pitchFamily="2" charset="2"/>
              </a:rPr>
              <a:t> に設定したため，得られた複数の</a:t>
            </a:r>
            <a:r>
              <a:rPr lang="en-US" altLang="ja-JP"/>
              <a:t> “parameters_*.</a:t>
            </a:r>
            <a:r>
              <a:rPr lang="en-US" altLang="ja-JP" err="1"/>
              <a:t>json</a:t>
            </a:r>
            <a:r>
              <a:rPr lang="en-US" altLang="ja-JP"/>
              <a:t>” </a:t>
            </a:r>
            <a:r>
              <a:rPr lang="ja-JP" altLang="en-US"/>
              <a:t>の </a:t>
            </a:r>
            <a:r>
              <a:rPr lang="ja-JP" altLang="en-US" b="1"/>
              <a:t>“area” </a:t>
            </a:r>
            <a:r>
              <a:rPr lang="ja-JP" altLang="en-US"/>
              <a:t>の数値は共通になっています．</a:t>
            </a:r>
          </a:p>
        </p:txBody>
      </p:sp>
    </p:spTree>
    <p:extLst>
      <p:ext uri="{BB962C8B-B14F-4D97-AF65-F5344CB8AC3E}">
        <p14:creationId xmlns:p14="http://schemas.microsoft.com/office/powerpoint/2010/main" val="2100778827"/>
      </p:ext>
    </p:extLst>
  </p:cSld>
  <p:clrMapOvr>
    <a:masterClrMapping/>
  </p:clrMapOvr>
</p:sld>
</file>

<file path=ppt/theme/theme1.xml><?xml version="1.0" encoding="utf-8"?>
<a:theme xmlns:a="http://schemas.openxmlformats.org/drawingml/2006/main" name="篠塚テンプレート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wrap="square" rtlCol="0" anchor="ctr">
        <a:spAutoFit/>
      </a:bodyPr>
      <a:lstStyle>
        <a:defPPr algn="ctr">
          <a:defRPr kumimoji="1" sz="2000" dirty="0"/>
        </a:defPPr>
      </a:lst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2" id="{F042C103-2C93-4CCC-9C8A-38D715401C6A}" vid="{EC532C47-D8CF-4408-9681-DA6176369B2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ca88378-b099-4193-9bb0-dfd0fa1bba75}" enabled="0" method="" siteId="{dca88378-b099-4193-9bb0-dfd0fa1bba75}" removed="1"/>
</clbl:labelList>
</file>

<file path=docProps/app.xml><?xml version="1.0" encoding="utf-8"?>
<Properties xmlns="http://schemas.openxmlformats.org/officeDocument/2006/extended-properties" xmlns:vt="http://schemas.openxmlformats.org/officeDocument/2006/docPropsVTypes">
  <Template>篠塚テンプレート4</Template>
  <TotalTime>15</TotalTime>
  <Words>1600</Words>
  <Application>Microsoft Office PowerPoint</Application>
  <PresentationFormat>ワイド画面</PresentationFormat>
  <Paragraphs>206</Paragraphs>
  <Slides>8</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Calibri 本文</vt:lpstr>
      <vt:lpstr>ＭＳ ゴシック</vt:lpstr>
      <vt:lpstr>游ゴシック</vt:lpstr>
      <vt:lpstr>Arial</vt:lpstr>
      <vt:lpstr>Wingdings</vt:lpstr>
      <vt:lpstr>篠塚テンプレート1</vt:lpstr>
      <vt:lpstr>参照スペクトルを用いた化合物比推定 src版 Version 1.0 Tutorial</vt:lpstr>
      <vt:lpstr>目次</vt:lpstr>
      <vt:lpstr>概要．何ができるか</vt:lpstr>
      <vt:lpstr>入力ファイル</vt:lpstr>
      <vt:lpstr>入力ファイル詳細: 設定ファイルconfig.json （１）</vt:lpstr>
      <vt:lpstr>入力ファイル詳細: 設定ファイルconfig.json （２）</vt:lpstr>
      <vt:lpstr>入力ファイル詳細: 参照スペクトルファイルreference.csv</vt:lpstr>
      <vt:lpstr>出力ファイルの例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SHINOTSUKA Hiroshi</dc:creator>
  <cp:lastModifiedBy>SHINOTSUKA Hiroshi</cp:lastModifiedBy>
  <cp:revision>2</cp:revision>
  <cp:lastPrinted>2017-09-26T23:21:28Z</cp:lastPrinted>
  <dcterms:created xsi:type="dcterms:W3CDTF">2025-02-12T04:28:33Z</dcterms:created>
  <dcterms:modified xsi:type="dcterms:W3CDTF">2026-07-30T05:57:16Z</dcterms:modified>
</cp:coreProperties>
</file>